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0" r:id="rId3"/>
    <p:sldId id="259" r:id="rId4"/>
    <p:sldId id="258" r:id="rId5"/>
    <p:sldId id="257" r:id="rId6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-144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B17C-EDA0-1440-9742-881DAE9E2872}" type="datetimeFigureOut">
              <a:rPr kumimoji="1" lang="ja-JP" altLang="en-US" smtClean="0"/>
              <a:t>15/10/23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4517-EB56-D145-99E6-F9687C7E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28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B17C-EDA0-1440-9742-881DAE9E2872}" type="datetimeFigureOut">
              <a:rPr kumimoji="1" lang="ja-JP" altLang="en-US" smtClean="0"/>
              <a:t>15/10/23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4517-EB56-D145-99E6-F9687C7E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17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B17C-EDA0-1440-9742-881DAE9E2872}" type="datetimeFigureOut">
              <a:rPr kumimoji="1" lang="ja-JP" altLang="en-US" smtClean="0"/>
              <a:t>15/10/23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4517-EB56-D145-99E6-F9687C7E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6379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B17C-EDA0-1440-9742-881DAE9E2872}" type="datetimeFigureOut">
              <a:rPr kumimoji="1" lang="ja-JP" altLang="en-US" smtClean="0"/>
              <a:t>15/10/23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4517-EB56-D145-99E6-F9687C7E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25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B17C-EDA0-1440-9742-881DAE9E2872}" type="datetimeFigureOut">
              <a:rPr kumimoji="1" lang="ja-JP" altLang="en-US" smtClean="0"/>
              <a:t>15/10/23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4517-EB56-D145-99E6-F9687C7E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829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B17C-EDA0-1440-9742-881DAE9E2872}" type="datetimeFigureOut">
              <a:rPr kumimoji="1" lang="ja-JP" altLang="en-US" smtClean="0"/>
              <a:t>15/10/23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4517-EB56-D145-99E6-F9687C7E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7665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B17C-EDA0-1440-9742-881DAE9E2872}" type="datetimeFigureOut">
              <a:rPr kumimoji="1" lang="ja-JP" altLang="en-US" smtClean="0"/>
              <a:t>15/10/23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4517-EB56-D145-99E6-F9687C7E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01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B17C-EDA0-1440-9742-881DAE9E2872}" type="datetimeFigureOut">
              <a:rPr kumimoji="1" lang="ja-JP" altLang="en-US" smtClean="0"/>
              <a:t>15/10/23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4517-EB56-D145-99E6-F9687C7E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779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B17C-EDA0-1440-9742-881DAE9E2872}" type="datetimeFigureOut">
              <a:rPr kumimoji="1" lang="ja-JP" altLang="en-US" smtClean="0"/>
              <a:t>15/10/23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4517-EB56-D145-99E6-F9687C7E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171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B17C-EDA0-1440-9742-881DAE9E2872}" type="datetimeFigureOut">
              <a:rPr kumimoji="1" lang="ja-JP" altLang="en-US" smtClean="0"/>
              <a:t>15/10/23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4517-EB56-D145-99E6-F9687C7E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472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B17C-EDA0-1440-9742-881DAE9E2872}" type="datetimeFigureOut">
              <a:rPr kumimoji="1" lang="ja-JP" altLang="en-US" smtClean="0"/>
              <a:t>15/10/23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4517-EB56-D145-99E6-F9687C7E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5417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2B17C-EDA0-1440-9742-881DAE9E2872}" type="datetimeFigureOut">
              <a:rPr kumimoji="1" lang="ja-JP" altLang="en-US" smtClean="0"/>
              <a:t>15/10/23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04517-EB56-D145-99E6-F9687C7E3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rap-map.ma2.xyz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神戸ラップ・マップ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松本　雅博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1825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アイデア・アプリ詳細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選択された地図上のポイント名をラップ風に読み上げると共に、スポット情報を表示します。</a:t>
            </a:r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r>
              <a:rPr lang="ja-JP" altLang="ja-JP" dirty="0" smtClean="0"/>
              <a:t>U</a:t>
            </a:r>
            <a:r>
              <a:rPr lang="en-US" altLang="ja-JP" dirty="0" smtClean="0"/>
              <a:t>RL</a:t>
            </a:r>
          </a:p>
          <a:p>
            <a:pPr lvl="1"/>
            <a:r>
              <a:rPr lang="en-US" altLang="ja-JP" dirty="0" smtClean="0">
                <a:hlinkClick r:id="rId2"/>
              </a:rPr>
              <a:t>http://</a:t>
            </a:r>
            <a:r>
              <a:rPr lang="en-US" altLang="ja-JP" dirty="0" smtClean="0">
                <a:hlinkClick r:id="rId2"/>
              </a:rPr>
              <a:t>rap-map.ma2.xyz</a:t>
            </a:r>
            <a:endParaRPr lang="en-US" altLang="ja-JP" dirty="0" smtClean="0"/>
          </a:p>
          <a:p>
            <a:pPr lvl="1"/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673094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600"/>
            <a:ext cx="9144000" cy="6121925"/>
          </a:xfrm>
          <a:prstGeom prst="rect">
            <a:avLst/>
          </a:prstGeom>
        </p:spPr>
      </p:pic>
      <p:sp>
        <p:nvSpPr>
          <p:cNvPr id="7" name="四角形吹き出し 6"/>
          <p:cNvSpPr/>
          <p:nvPr/>
        </p:nvSpPr>
        <p:spPr>
          <a:xfrm>
            <a:off x="4072163" y="2057269"/>
            <a:ext cx="1941624" cy="871190"/>
          </a:xfrm>
          <a:prstGeom prst="wedgeRectCallout">
            <a:avLst>
              <a:gd name="adj1" fmla="val -65157"/>
              <a:gd name="adj2" fmla="val 105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ここここっ神戸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0" y="355600"/>
            <a:ext cx="9144000" cy="1228064"/>
          </a:xfrm>
          <a:prstGeom prst="rect">
            <a:avLst/>
          </a:prstGeom>
          <a:solidFill>
            <a:schemeClr val="tx1">
              <a:alpha val="42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dirty="0" smtClean="0"/>
              <a:t>イメージ</a:t>
            </a:r>
            <a:endParaRPr kumimoji="1" lang="ja-JP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08586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利用オープンデータ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位置情報を含むデータ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公園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駐車場</a:t>
            </a:r>
            <a:r>
              <a:rPr lang="ja-JP" altLang="en-US" dirty="0"/>
              <a:t>・</a:t>
            </a:r>
            <a:r>
              <a:rPr lang="ja-JP" altLang="en-US" dirty="0" smtClean="0"/>
              <a:t>駐輪場</a:t>
            </a:r>
            <a:endParaRPr lang="en-US" altLang="ja-JP" dirty="0"/>
          </a:p>
          <a:p>
            <a:pPr lvl="1"/>
            <a:r>
              <a:rPr lang="ja-JP" altLang="en-US" dirty="0" smtClean="0"/>
              <a:t>夜景</a:t>
            </a:r>
            <a:r>
              <a:rPr lang="ja-JP" altLang="en-US" dirty="0"/>
              <a:t>スポット</a:t>
            </a:r>
            <a:r>
              <a:rPr lang="ja-JP" altLang="en-US" dirty="0" smtClean="0"/>
              <a:t>一覧</a:t>
            </a:r>
            <a:endParaRPr lang="en-US" altLang="ja-JP" dirty="0"/>
          </a:p>
          <a:p>
            <a:pPr lvl="1"/>
            <a:r>
              <a:rPr lang="ja-JP" altLang="en-US" dirty="0" smtClean="0"/>
              <a:t>ロケ地</a:t>
            </a:r>
            <a:r>
              <a:rPr lang="ja-JP" altLang="en-US" dirty="0"/>
              <a:t>情報一覧</a:t>
            </a:r>
          </a:p>
          <a:p>
            <a:pPr lvl="1"/>
            <a:r>
              <a:rPr lang="ja-JP" altLang="en-US" dirty="0"/>
              <a:t>野外彫刻</a:t>
            </a:r>
            <a:r>
              <a:rPr lang="ja-JP" altLang="en-US" dirty="0" smtClean="0"/>
              <a:t>作品</a:t>
            </a:r>
            <a:endParaRPr lang="en-US" altLang="ja-JP" dirty="0"/>
          </a:p>
          <a:p>
            <a:pPr lvl="1"/>
            <a:r>
              <a:rPr lang="ja-JP" altLang="en-US" dirty="0" smtClean="0"/>
              <a:t>スポーツ</a:t>
            </a:r>
            <a:r>
              <a:rPr lang="ja-JP" altLang="en-US" dirty="0"/>
              <a:t>・レジャー・文化</a:t>
            </a:r>
            <a:r>
              <a:rPr lang="ja-JP" altLang="en-US" dirty="0" smtClean="0"/>
              <a:t>施設</a:t>
            </a:r>
            <a:endParaRPr lang="en-US" altLang="ja-JP" dirty="0"/>
          </a:p>
          <a:p>
            <a:pPr lvl="1"/>
            <a:r>
              <a:rPr lang="ja-JP" altLang="en-US" dirty="0" smtClean="0"/>
              <a:t>こうべ</a:t>
            </a:r>
            <a:r>
              <a:rPr lang="ja-JP" altLang="en-US" dirty="0"/>
              <a:t>・だれでもトイレ設置施設一覧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208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600" dirty="0" smtClean="0"/>
              <a:t>課題解決への貢献／アピールポイント</a:t>
            </a:r>
            <a:endParaRPr kumimoji="1" lang="ja-JP" altLang="en-US" sz="36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神戸市の施設、スポットを知ってもらうことができます。</a:t>
            </a:r>
            <a:endParaRPr lang="en-US" altLang="ja-JP" dirty="0" smtClean="0"/>
          </a:p>
          <a:p>
            <a:r>
              <a:rPr kumimoji="1" lang="ja-JP" altLang="en-US" dirty="0" smtClean="0"/>
              <a:t>どんな風に発声されるのか？と好奇心を持たせることができれば、複数箇所をタップし、施設、スポットを知ってもらえます。</a:t>
            </a:r>
          </a:p>
          <a:p>
            <a:r>
              <a:rPr kumimoji="1" lang="ja-JP" altLang="en-US" dirty="0" smtClean="0"/>
              <a:t>地名を伝える際、本アプリを使えば日本語は話せなくても大丈夫ですし、場も和みます。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338853626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144</Words>
  <Application>Microsoft Macintosh PowerPoint</Application>
  <PresentationFormat>画面に合わせる (4:3)</PresentationFormat>
  <Paragraphs>23</Paragraphs>
  <Slides>5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6" baseType="lpstr">
      <vt:lpstr>ホワイト</vt:lpstr>
      <vt:lpstr>神戸ラップ・マップ</vt:lpstr>
      <vt:lpstr>アイデア・アプリ詳細</vt:lpstr>
      <vt:lpstr>PowerPoint プレゼンテーション</vt:lpstr>
      <vt:lpstr>利用オープンデータ</vt:lpstr>
      <vt:lpstr>課題解決への貢献／アピールポイント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2015-10-23T04:36:01Z</dcterms:created>
  <dcterms:modified xsi:type="dcterms:W3CDTF">2015-10-23T05:16:20Z</dcterms:modified>
</cp:coreProperties>
</file>