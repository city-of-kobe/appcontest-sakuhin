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1" r:id="rId6"/>
    <p:sldId id="260" r:id="rId7"/>
    <p:sldId id="262" r:id="rId8"/>
    <p:sldId id="263" r:id="rId9"/>
    <p:sldId id="264" r:id="rId10"/>
    <p:sldId id="265" r:id="rId11"/>
    <p:sldId id="267" r:id="rId12"/>
    <p:sldId id="266" r:id="rId1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0" d="100"/>
          <a:sy n="90" d="100"/>
        </p:scale>
        <p:origin x="-74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p>
            <a:fld id="{AA7FCD71-BFA0-42FA-9E06-1751527C708B}" type="datetimeFigureOut">
              <a:rPr kumimoji="1" lang="ja-JP" altLang="en-US" smtClean="0"/>
              <a:t>2015/10/23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AEE7FD-8193-49E1-BF95-0F5E3D33E40F}" type="slidenum">
              <a:rPr kumimoji="1" lang="ja-JP" altLang="en-US" smtClean="0"/>
              <a:t>‹#›</a:t>
            </a:fld>
            <a:endParaRPr kumimoji="1" lang="ja-JP" alt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3" name="Content Placeholder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a:p>
        </p:txBody>
      </p:sp>
      <p:sp>
        <p:nvSpPr>
          <p:cNvPr id="4" name="Date Placeholder 3"/>
          <p:cNvSpPr>
            <a:spLocks noGrp="1"/>
          </p:cNvSpPr>
          <p:nvPr>
            <p:ph type="dt" sz="half" idx="10"/>
          </p:nvPr>
        </p:nvSpPr>
        <p:spPr/>
        <p:txBody>
          <a:bodyPr/>
          <a:lstStyle/>
          <a:p>
            <a:fld id="{AA7FCD71-BFA0-42FA-9E06-1751527C708B}" type="datetimeFigureOut">
              <a:rPr kumimoji="1" lang="ja-JP" altLang="en-US" smtClean="0"/>
              <a:t>2015/10/23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AEE7FD-8193-49E1-BF95-0F5E3D33E40F}"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AA7FCD71-BFA0-42FA-9E06-1751527C708B}" type="datetimeFigureOut">
              <a:rPr kumimoji="1" lang="ja-JP" altLang="en-US" smtClean="0"/>
              <a:t>2015/10/23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AEE7FD-8193-49E1-BF95-0F5E3D33E40F}" type="slidenum">
              <a:rPr kumimoji="1" lang="ja-JP" altLang="en-US" smtClean="0"/>
              <a:t>‹#›</a:t>
            </a:fld>
            <a:endParaRPr kumimoji="1" lang="ja-JP" alt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p:txBody>
          <a:bodyPr/>
          <a:lstStyle/>
          <a:p>
            <a:fld id="{AA7FCD71-BFA0-42FA-9E06-1751527C708B}" type="datetimeFigureOut">
              <a:rPr kumimoji="1" lang="ja-JP" altLang="en-US" smtClean="0"/>
              <a:t>2015/10/23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AEE7FD-8193-49E1-BF95-0F5E3D33E40F}"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fld id="{AA7FCD71-BFA0-42FA-9E06-1751527C708B}" type="datetimeFigureOut">
              <a:rPr kumimoji="1" lang="ja-JP" altLang="en-US" smtClean="0"/>
              <a:t>2015/10/23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FCAEE7FD-8193-49E1-BF95-0F5E3D33E40F}" type="slidenum">
              <a:rPr kumimoji="1" lang="ja-JP" altLang="en-US" smtClean="0"/>
              <a:t>‹#›</a:t>
            </a:fld>
            <a:endParaRPr kumimoji="1" lang="ja-JP" alt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3" name="Date Placeholder 2"/>
          <p:cNvSpPr>
            <a:spLocks noGrp="1"/>
          </p:cNvSpPr>
          <p:nvPr>
            <p:ph type="dt" sz="half" idx="10"/>
          </p:nvPr>
        </p:nvSpPr>
        <p:spPr/>
        <p:txBody>
          <a:bodyPr/>
          <a:lstStyle/>
          <a:p>
            <a:fld id="{AA7FCD71-BFA0-42FA-9E06-1751527C708B}" type="datetimeFigureOut">
              <a:rPr kumimoji="1" lang="ja-JP" altLang="en-US" smtClean="0"/>
              <a:t>2015/10/23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FCAEE7FD-8193-49E1-BF95-0F5E3D33E40F}"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7FCD71-BFA0-42FA-9E06-1751527C708B}" type="datetimeFigureOut">
              <a:rPr kumimoji="1" lang="ja-JP" altLang="en-US" smtClean="0"/>
              <a:t>2015/10/23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FCAEE7FD-8193-49E1-BF95-0F5E3D33E40F}"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AA7FCD71-BFA0-42FA-9E06-1751527C708B}" type="datetimeFigureOut">
              <a:rPr kumimoji="1" lang="ja-JP" altLang="en-US" smtClean="0"/>
              <a:t>2015/10/23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AEE7FD-8193-49E1-BF95-0F5E3D33E40F}" type="slidenum">
              <a:rPr kumimoji="1" lang="ja-JP" altLang="en-US" smtClean="0"/>
              <a:t>‹#›</a:t>
            </a:fld>
            <a:endParaRPr kumimoji="1" lang="ja-JP" alt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ja-JP" altLang="en-US" smtClean="0"/>
              <a:t>マスター タイトルの書式設定</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smtClean="0"/>
              <a:t>アイコンをクリックして図を追加</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AA7FCD71-BFA0-42FA-9E06-1751527C708B}" type="datetimeFigureOut">
              <a:rPr kumimoji="1" lang="ja-JP" altLang="en-US" smtClean="0"/>
              <a:t>2015/10/23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AEE7FD-8193-49E1-BF95-0F5E3D33E40F}" type="slidenum">
              <a:rPr kumimoji="1" lang="ja-JP" altLang="en-US" smtClean="0"/>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a:p>
        </p:txBody>
      </p:sp>
      <p:sp>
        <p:nvSpPr>
          <p:cNvPr id="4" name="Date Placeholder 3"/>
          <p:cNvSpPr>
            <a:spLocks noGrp="1"/>
          </p:cNvSpPr>
          <p:nvPr>
            <p:ph type="dt" sz="half" idx="10"/>
          </p:nvPr>
        </p:nvSpPr>
        <p:spPr/>
        <p:txBody>
          <a:bodyPr/>
          <a:lstStyle/>
          <a:p>
            <a:fld id="{AA7FCD71-BFA0-42FA-9E06-1751527C708B}" type="datetimeFigureOut">
              <a:rPr kumimoji="1" lang="ja-JP" altLang="en-US" smtClean="0"/>
              <a:t>2015/10/23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AEE7FD-8193-49E1-BF95-0F5E3D33E40F}" type="slidenum">
              <a:rPr kumimoji="1" lang="ja-JP" altLang="en-US" smtClean="0"/>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AA7FCD71-BFA0-42FA-9E06-1751527C708B}" type="datetimeFigureOut">
              <a:rPr kumimoji="1" lang="ja-JP" altLang="en-US" smtClean="0"/>
              <a:t>2015/10/23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AEE7FD-8193-49E1-BF95-0F5E3D33E40F}" type="slidenum">
              <a:rPr kumimoji="1" lang="ja-JP" altLang="en-US" smtClean="0"/>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AA7FCD71-BFA0-42FA-9E06-1751527C708B}" type="datetimeFigureOut">
              <a:rPr kumimoji="1" lang="ja-JP" altLang="en-US" smtClean="0"/>
              <a:t>2015/10/23</a:t>
            </a:fld>
            <a:endParaRPr kumimoji="1" lang="ja-JP" alt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kumimoji="1" lang="ja-JP" alt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FCAEE7FD-8193-49E1-BF95-0F5E3D33E40F}"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spcBef>
          <a:spcPct val="0"/>
        </a:spcBef>
        <a:buNone/>
        <a:defRPr kumimoji="1"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kumimoji="1"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kumimoji="1"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kumimoji="1"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kumimoji="1"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kumimoji="1"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kumimoji="1" sz="13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a:t>血拼</a:t>
            </a:r>
            <a:r>
              <a:rPr lang="en-US" altLang="ja-JP" dirty="0"/>
              <a:t>TAXI</a:t>
            </a:r>
            <a:endParaRPr kumimoji="1" lang="ja-JP" altLang="en-US" dirty="0"/>
          </a:p>
        </p:txBody>
      </p:sp>
      <p:sp>
        <p:nvSpPr>
          <p:cNvPr id="3" name="サブタイトル 2"/>
          <p:cNvSpPr>
            <a:spLocks noGrp="1"/>
          </p:cNvSpPr>
          <p:nvPr>
            <p:ph type="subTitle" idx="1"/>
          </p:nvPr>
        </p:nvSpPr>
        <p:spPr/>
        <p:txBody>
          <a:bodyPr/>
          <a:lstStyle/>
          <a:p>
            <a:r>
              <a:rPr kumimoji="1" lang="ja-JP" altLang="en-US" dirty="0" smtClean="0"/>
              <a:t>中国人観光客の爆買と観光を</a:t>
            </a:r>
            <a:endParaRPr kumimoji="1" lang="en-US" altLang="ja-JP" dirty="0" smtClean="0"/>
          </a:p>
          <a:p>
            <a:r>
              <a:rPr kumimoji="1" lang="ja-JP" altLang="en-US" dirty="0" smtClean="0"/>
              <a:t>サポートするアプリ</a:t>
            </a:r>
            <a:endParaRPr kumimoji="1" lang="ja-JP" altLang="en-US" dirty="0"/>
          </a:p>
        </p:txBody>
      </p:sp>
      <p:sp>
        <p:nvSpPr>
          <p:cNvPr id="4" name="テキスト ボックス 3"/>
          <p:cNvSpPr txBox="1"/>
          <p:nvPr/>
        </p:nvSpPr>
        <p:spPr>
          <a:xfrm>
            <a:off x="3851920" y="2780928"/>
            <a:ext cx="1612942" cy="338554"/>
          </a:xfrm>
          <a:prstGeom prst="rect">
            <a:avLst/>
          </a:prstGeom>
          <a:noFill/>
        </p:spPr>
        <p:txBody>
          <a:bodyPr wrap="none" rtlCol="0">
            <a:spAutoFit/>
          </a:bodyPr>
          <a:lstStyle/>
          <a:p>
            <a:r>
              <a:rPr kumimoji="1" lang="ja-JP" altLang="en-US" sz="1600" b="1" dirty="0" smtClean="0"/>
              <a:t>シエピンタクシー</a:t>
            </a:r>
            <a:endParaRPr kumimoji="1" lang="ja-JP" altLang="en-US" sz="1600" b="1" dirty="0"/>
          </a:p>
        </p:txBody>
      </p:sp>
    </p:spTree>
    <p:extLst>
      <p:ext uri="{BB962C8B-B14F-4D97-AF65-F5344CB8AC3E}">
        <p14:creationId xmlns:p14="http://schemas.microsoft.com/office/powerpoint/2010/main" val="263177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概要</a:t>
            </a:r>
            <a:endParaRPr kumimoji="1" lang="ja-JP" altLang="en-US" dirty="0"/>
          </a:p>
        </p:txBody>
      </p:sp>
      <p:sp>
        <p:nvSpPr>
          <p:cNvPr id="4" name="テキスト ボックス 3"/>
          <p:cNvSpPr txBox="1"/>
          <p:nvPr/>
        </p:nvSpPr>
        <p:spPr>
          <a:xfrm>
            <a:off x="827584" y="1700808"/>
            <a:ext cx="7632848" cy="1754326"/>
          </a:xfrm>
          <a:prstGeom prst="rect">
            <a:avLst/>
          </a:prstGeom>
          <a:noFill/>
        </p:spPr>
        <p:txBody>
          <a:bodyPr wrap="square" rtlCol="0">
            <a:spAutoFit/>
          </a:bodyPr>
          <a:lstStyle/>
          <a:p>
            <a:r>
              <a:rPr kumimoji="1" lang="ja-JP" altLang="en-US" dirty="0" smtClean="0"/>
              <a:t>爆買を目的に訪れる中国人観光客に向けて、あらかじめ買いたい商品のリストと観光地のリストアップをしておき、対応可能なタクシードライバーとを繋げ、爆買・観光のツーリズムをマッチングするサービスです。</a:t>
            </a:r>
            <a:endParaRPr kumimoji="1" lang="en-US" altLang="ja-JP" dirty="0" smtClean="0"/>
          </a:p>
          <a:p>
            <a:endParaRPr lang="en-US" altLang="ja-JP" dirty="0"/>
          </a:p>
          <a:p>
            <a:r>
              <a:rPr kumimoji="1" lang="ja-JP" altLang="en-US" dirty="0" smtClean="0"/>
              <a:t>訪日外国人に対する利便性・満足度の向上と、タクシードライバーへの営業サポート・技術向上への取り組みを促進する効果を期待しています。</a:t>
            </a:r>
            <a:endParaRPr kumimoji="1" lang="ja-JP" altLang="en-US" dirty="0"/>
          </a:p>
        </p:txBody>
      </p:sp>
    </p:spTree>
    <p:extLst>
      <p:ext uri="{BB962C8B-B14F-4D97-AF65-F5344CB8AC3E}">
        <p14:creationId xmlns:p14="http://schemas.microsoft.com/office/powerpoint/2010/main" val="3208084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使用フロー</a:t>
            </a:r>
            <a:r>
              <a:rPr lang="ja-JP" altLang="en-US" dirty="0" smtClean="0"/>
              <a:t>１（観光客）</a:t>
            </a:r>
            <a:endParaRPr kumimoji="1" lang="ja-JP"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527472"/>
            <a:ext cx="3054980" cy="49978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テキスト ボックス 3"/>
          <p:cNvSpPr txBox="1"/>
          <p:nvPr/>
        </p:nvSpPr>
        <p:spPr>
          <a:xfrm>
            <a:off x="3995936" y="1791260"/>
            <a:ext cx="4536504" cy="1754326"/>
          </a:xfrm>
          <a:prstGeom prst="rect">
            <a:avLst/>
          </a:prstGeom>
          <a:noFill/>
        </p:spPr>
        <p:txBody>
          <a:bodyPr wrap="square" rtlCol="0">
            <a:spAutoFit/>
          </a:bodyPr>
          <a:lstStyle/>
          <a:p>
            <a:r>
              <a:rPr kumimoji="1" lang="ja-JP" altLang="en-US" dirty="0" smtClean="0"/>
              <a:t>ログインすると、予定日・買い物・観光・</a:t>
            </a:r>
            <a:endParaRPr kumimoji="1" lang="en-US" altLang="ja-JP" dirty="0" smtClean="0"/>
          </a:p>
          <a:p>
            <a:r>
              <a:rPr kumimoji="1" lang="ja-JP" altLang="en-US" dirty="0" smtClean="0"/>
              <a:t>宿泊ホテル</a:t>
            </a:r>
            <a:r>
              <a:rPr lang="ja-JP" altLang="en-US" dirty="0" smtClean="0"/>
              <a:t>の</a:t>
            </a:r>
            <a:r>
              <a:rPr kumimoji="1" lang="ja-JP" altLang="en-US" dirty="0" smtClean="0"/>
              <a:t>情報を</a:t>
            </a:r>
            <a:r>
              <a:rPr kumimoji="1" lang="ja-JP" altLang="en-US" dirty="0"/>
              <a:t>登録すること</a:t>
            </a:r>
            <a:r>
              <a:rPr kumimoji="1" lang="ja-JP" altLang="en-US" dirty="0" smtClean="0"/>
              <a:t>ができます。</a:t>
            </a:r>
            <a:endParaRPr kumimoji="1" lang="en-US" altLang="ja-JP" dirty="0" smtClean="0"/>
          </a:p>
          <a:p>
            <a:endParaRPr lang="en-US" altLang="ja-JP" dirty="0"/>
          </a:p>
          <a:p>
            <a:r>
              <a:rPr kumimoji="1" lang="ja-JP" altLang="en-US" dirty="0" smtClean="0"/>
              <a:t>商品は取り扱いのある店舗と紐付いており、</a:t>
            </a:r>
            <a:endParaRPr kumimoji="1" lang="en-US" altLang="ja-JP" dirty="0" smtClean="0"/>
          </a:p>
          <a:p>
            <a:r>
              <a:rPr lang="ja-JP" altLang="en-US" dirty="0" smtClean="0"/>
              <a:t>その商品を購入できる店舗をドライバーが</a:t>
            </a:r>
            <a:endParaRPr lang="en-US" altLang="ja-JP" dirty="0" smtClean="0"/>
          </a:p>
          <a:p>
            <a:r>
              <a:rPr kumimoji="1" lang="ja-JP" altLang="en-US" dirty="0"/>
              <a:t>知ること</a:t>
            </a:r>
            <a:r>
              <a:rPr kumimoji="1" lang="ja-JP" altLang="en-US" dirty="0" smtClean="0"/>
              <a:t>が</a:t>
            </a:r>
            <a:r>
              <a:rPr kumimoji="1" lang="ja-JP" altLang="en-US" dirty="0"/>
              <a:t>できます。</a:t>
            </a:r>
            <a:endParaRPr kumimoji="1" lang="en-US" altLang="ja-JP" dirty="0" smtClean="0"/>
          </a:p>
        </p:txBody>
      </p:sp>
    </p:spTree>
    <p:extLst>
      <p:ext uri="{BB962C8B-B14F-4D97-AF65-F5344CB8AC3E}">
        <p14:creationId xmlns:p14="http://schemas.microsoft.com/office/powerpoint/2010/main" val="276821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使用フロー２（観光客）</a:t>
            </a:r>
            <a:endParaRPr kumimoji="1" lang="ja-JP"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700809"/>
            <a:ext cx="2332813" cy="38164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テキスト ボックス 2"/>
          <p:cNvSpPr txBox="1"/>
          <p:nvPr/>
        </p:nvSpPr>
        <p:spPr>
          <a:xfrm>
            <a:off x="661842" y="5589240"/>
            <a:ext cx="3816424" cy="923330"/>
          </a:xfrm>
          <a:prstGeom prst="rect">
            <a:avLst/>
          </a:prstGeom>
          <a:noFill/>
        </p:spPr>
        <p:txBody>
          <a:bodyPr wrap="square" rtlCol="0">
            <a:spAutoFit/>
          </a:bodyPr>
          <a:lstStyle/>
          <a:p>
            <a:r>
              <a:rPr kumimoji="1" lang="ja-JP" altLang="en-US" dirty="0" smtClean="0"/>
              <a:t>買い物リストを追加した後、地図を表示すると</a:t>
            </a:r>
            <a:r>
              <a:rPr lang="ja-JP" altLang="en-US" dirty="0" smtClean="0"/>
              <a:t>付近</a:t>
            </a:r>
            <a:r>
              <a:rPr lang="ja-JP" altLang="en-US" dirty="0"/>
              <a:t>に</a:t>
            </a:r>
            <a:r>
              <a:rPr lang="ja-JP" altLang="en-US" dirty="0" smtClean="0"/>
              <a:t>いる対応ドライバーの位置がリアル</a:t>
            </a:r>
            <a:r>
              <a:rPr kumimoji="1" lang="ja-JP" altLang="en-US" dirty="0" smtClean="0"/>
              <a:t>タイムで</a:t>
            </a:r>
            <a:r>
              <a:rPr kumimoji="1" lang="ja-JP" altLang="en-US" dirty="0"/>
              <a:t>表示</a:t>
            </a:r>
            <a:r>
              <a:rPr kumimoji="1" lang="ja-JP" altLang="en-US" dirty="0" smtClean="0"/>
              <a:t>されます</a:t>
            </a:r>
            <a:r>
              <a:rPr kumimoji="1" lang="ja-JP" altLang="en-US" dirty="0"/>
              <a:t>。</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112" y="1700809"/>
            <a:ext cx="2332812" cy="38164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テキスト ボックス 5"/>
          <p:cNvSpPr txBox="1"/>
          <p:nvPr/>
        </p:nvSpPr>
        <p:spPr>
          <a:xfrm>
            <a:off x="4766298" y="5589240"/>
            <a:ext cx="4054174" cy="923330"/>
          </a:xfrm>
          <a:prstGeom prst="rect">
            <a:avLst/>
          </a:prstGeom>
          <a:noFill/>
        </p:spPr>
        <p:txBody>
          <a:bodyPr wrap="square" rtlCol="0">
            <a:spAutoFit/>
          </a:bodyPr>
          <a:lstStyle/>
          <a:p>
            <a:r>
              <a:rPr kumimoji="1" lang="ja-JP" altLang="en-US" dirty="0" smtClean="0"/>
              <a:t>ピンをタップすると、ドライバーの名前と使用可能言語とその習熟度が表示され、呼び出す通知を送ることができます。</a:t>
            </a:r>
            <a:endParaRPr kumimoji="1" lang="ja-JP" altLang="en-US" dirty="0"/>
          </a:p>
        </p:txBody>
      </p:sp>
    </p:spTree>
    <p:extLst>
      <p:ext uri="{BB962C8B-B14F-4D97-AF65-F5344CB8AC3E}">
        <p14:creationId xmlns:p14="http://schemas.microsoft.com/office/powerpoint/2010/main" val="502943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使用フロー３（観光客）</a:t>
            </a:r>
            <a:endParaRPr kumimoji="1" lang="ja-JP"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628800"/>
            <a:ext cx="3037059" cy="4968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テキスト ボックス 2"/>
          <p:cNvSpPr txBox="1"/>
          <p:nvPr/>
        </p:nvSpPr>
        <p:spPr>
          <a:xfrm>
            <a:off x="4427984" y="1772816"/>
            <a:ext cx="4495141" cy="1477328"/>
          </a:xfrm>
          <a:prstGeom prst="rect">
            <a:avLst/>
          </a:prstGeom>
          <a:noFill/>
        </p:spPr>
        <p:txBody>
          <a:bodyPr wrap="none" rtlCol="0">
            <a:spAutoFit/>
          </a:bodyPr>
          <a:lstStyle/>
          <a:p>
            <a:r>
              <a:rPr kumimoji="1" lang="ja-JP" altLang="en-US" dirty="0" smtClean="0"/>
              <a:t>地図上にはオープンデータで公開されている</a:t>
            </a:r>
            <a:endParaRPr kumimoji="1" lang="en-US" altLang="ja-JP" dirty="0" smtClean="0"/>
          </a:p>
          <a:p>
            <a:r>
              <a:rPr lang="ja-JP" altLang="en-US" dirty="0" smtClean="0"/>
              <a:t>観光施設情報がマッピングされ、施設名・</a:t>
            </a:r>
            <a:endParaRPr lang="en-US" altLang="ja-JP" dirty="0" smtClean="0"/>
          </a:p>
          <a:p>
            <a:r>
              <a:rPr kumimoji="1" lang="ja-JP" altLang="en-US" dirty="0"/>
              <a:t>説明文</a:t>
            </a:r>
            <a:r>
              <a:rPr kumimoji="1" lang="ja-JP" altLang="en-US" dirty="0" smtClean="0"/>
              <a:t>が</a:t>
            </a:r>
            <a:r>
              <a:rPr kumimoji="1" lang="ja-JP" altLang="en-US" dirty="0"/>
              <a:t>表示</a:t>
            </a:r>
            <a:r>
              <a:rPr kumimoji="1" lang="ja-JP" altLang="en-US" dirty="0" smtClean="0"/>
              <a:t>されます。</a:t>
            </a:r>
            <a:endParaRPr kumimoji="1" lang="en-US" altLang="ja-JP" dirty="0" smtClean="0"/>
          </a:p>
          <a:p>
            <a:r>
              <a:rPr lang="ja-JP" altLang="en-US" dirty="0"/>
              <a:t>行って</a:t>
            </a:r>
            <a:r>
              <a:rPr lang="ja-JP" altLang="en-US" dirty="0" smtClean="0"/>
              <a:t>みたい</a:t>
            </a:r>
            <a:r>
              <a:rPr lang="ja-JP" altLang="en-US" dirty="0"/>
              <a:t>場合</a:t>
            </a:r>
            <a:r>
              <a:rPr lang="ja-JP" altLang="en-US" dirty="0" smtClean="0"/>
              <a:t>は「観光する」を押すことで</a:t>
            </a:r>
            <a:endParaRPr lang="en-US" altLang="ja-JP" dirty="0" smtClean="0"/>
          </a:p>
          <a:p>
            <a:r>
              <a:rPr kumimoji="1" lang="ja-JP" altLang="en-US" dirty="0"/>
              <a:t>リスト</a:t>
            </a:r>
            <a:r>
              <a:rPr kumimoji="1" lang="ja-JP" altLang="en-US" dirty="0" smtClean="0"/>
              <a:t>に追加</a:t>
            </a:r>
            <a:r>
              <a:rPr kumimoji="1" lang="ja-JP" altLang="en-US" dirty="0"/>
              <a:t>すること</a:t>
            </a:r>
            <a:r>
              <a:rPr kumimoji="1" lang="ja-JP" altLang="en-US" dirty="0" smtClean="0"/>
              <a:t>が出来ます。</a:t>
            </a:r>
            <a:endParaRPr kumimoji="1" lang="ja-JP" altLang="en-US" dirty="0"/>
          </a:p>
        </p:txBody>
      </p:sp>
    </p:spTree>
    <p:extLst>
      <p:ext uri="{BB962C8B-B14F-4D97-AF65-F5344CB8AC3E}">
        <p14:creationId xmlns:p14="http://schemas.microsoft.com/office/powerpoint/2010/main" val="2231991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使用フロー</a:t>
            </a:r>
            <a:r>
              <a:rPr lang="ja-JP" altLang="en-US" dirty="0"/>
              <a:t>４</a:t>
            </a:r>
            <a:r>
              <a:rPr kumimoji="1" lang="ja-JP" altLang="en-US" dirty="0" smtClean="0"/>
              <a:t>（タクシー）</a:t>
            </a:r>
            <a:endParaRPr kumimoji="1" lang="ja-JP"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556792"/>
            <a:ext cx="2364550" cy="3888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テキスト ボックス 2"/>
          <p:cNvSpPr txBox="1"/>
          <p:nvPr/>
        </p:nvSpPr>
        <p:spPr>
          <a:xfrm>
            <a:off x="533695" y="5589240"/>
            <a:ext cx="4104456" cy="923330"/>
          </a:xfrm>
          <a:prstGeom prst="rect">
            <a:avLst/>
          </a:prstGeom>
          <a:noFill/>
        </p:spPr>
        <p:txBody>
          <a:bodyPr wrap="square" rtlCol="0">
            <a:spAutoFit/>
          </a:bodyPr>
          <a:lstStyle/>
          <a:p>
            <a:r>
              <a:rPr kumimoji="1" lang="ja-JP" altLang="en-US" dirty="0" smtClean="0"/>
              <a:t>タクシー側の画面では、観光客からの呼び出し通知があると、ダイアログが表示され呼び出しがあったことが分かります。</a:t>
            </a:r>
            <a:endParaRPr kumimoji="1" lang="ja-JP" altLang="en-US" dirty="0"/>
          </a:p>
        </p:txBody>
      </p:sp>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120" y="1556792"/>
            <a:ext cx="2364550" cy="3888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テキスト ボックス 3"/>
          <p:cNvSpPr txBox="1"/>
          <p:nvPr/>
        </p:nvSpPr>
        <p:spPr>
          <a:xfrm>
            <a:off x="5148064" y="5589240"/>
            <a:ext cx="3456384" cy="923330"/>
          </a:xfrm>
          <a:prstGeom prst="rect">
            <a:avLst/>
          </a:prstGeom>
          <a:noFill/>
        </p:spPr>
        <p:txBody>
          <a:bodyPr wrap="square" rtlCol="0">
            <a:spAutoFit/>
          </a:bodyPr>
          <a:lstStyle/>
          <a:p>
            <a:r>
              <a:rPr kumimoji="1" lang="ja-JP" altLang="en-US" dirty="0" smtClean="0"/>
              <a:t>観光客の買い物や観光地の希望を見ることができ、呼び出しに応えるかどうかの判断を行えます。</a:t>
            </a:r>
            <a:endParaRPr kumimoji="1" lang="ja-JP" altLang="en-US" dirty="0"/>
          </a:p>
        </p:txBody>
      </p:sp>
    </p:spTree>
    <p:extLst>
      <p:ext uri="{BB962C8B-B14F-4D97-AF65-F5344CB8AC3E}">
        <p14:creationId xmlns:p14="http://schemas.microsoft.com/office/powerpoint/2010/main" val="679705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使用フロー５（観光客）</a:t>
            </a:r>
            <a:endParaRPr kumimoji="1" lang="ja-JP"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628800"/>
            <a:ext cx="3037059" cy="4968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テキスト ボックス 2"/>
          <p:cNvSpPr txBox="1"/>
          <p:nvPr/>
        </p:nvSpPr>
        <p:spPr>
          <a:xfrm>
            <a:off x="4211960" y="1844824"/>
            <a:ext cx="5043368" cy="2862322"/>
          </a:xfrm>
          <a:prstGeom prst="rect">
            <a:avLst/>
          </a:prstGeom>
          <a:noFill/>
        </p:spPr>
        <p:txBody>
          <a:bodyPr wrap="none" rtlCol="0">
            <a:spAutoFit/>
          </a:bodyPr>
          <a:lstStyle/>
          <a:p>
            <a:r>
              <a:rPr lang="ja-JP" altLang="en-US" dirty="0" smtClean="0"/>
              <a:t>タクシー</a:t>
            </a:r>
            <a:r>
              <a:rPr lang="ja-JP" altLang="en-US" dirty="0"/>
              <a:t>が</a:t>
            </a:r>
            <a:r>
              <a:rPr lang="ja-JP" altLang="en-US" dirty="0" smtClean="0"/>
              <a:t>「向かう」を選択した場合は、</a:t>
            </a:r>
            <a:endParaRPr lang="en-US" altLang="ja-JP" dirty="0" smtClean="0"/>
          </a:p>
          <a:p>
            <a:r>
              <a:rPr kumimoji="1" lang="ja-JP" altLang="en-US" dirty="0" smtClean="0"/>
              <a:t>観光客側の画面にその旨のメッセージが</a:t>
            </a:r>
            <a:endParaRPr kumimoji="1" lang="en-US" altLang="ja-JP" dirty="0" smtClean="0"/>
          </a:p>
          <a:p>
            <a:r>
              <a:rPr lang="ja-JP" altLang="en-US" dirty="0"/>
              <a:t>表示</a:t>
            </a:r>
            <a:r>
              <a:rPr lang="ja-JP" altLang="en-US" dirty="0" smtClean="0"/>
              <a:t>されます。（向かわないでも同様）</a:t>
            </a:r>
            <a:endParaRPr lang="en-US" altLang="ja-JP" dirty="0" smtClean="0"/>
          </a:p>
          <a:p>
            <a:endParaRPr kumimoji="1" lang="en-US" altLang="ja-JP" dirty="0"/>
          </a:p>
          <a:p>
            <a:r>
              <a:rPr lang="ja-JP" altLang="en-US" dirty="0" smtClean="0"/>
              <a:t>ドライバーは呼びだされた観光客の元へ向かい、</a:t>
            </a:r>
            <a:endParaRPr lang="en-US" altLang="ja-JP" dirty="0" smtClean="0"/>
          </a:p>
          <a:p>
            <a:r>
              <a:rPr lang="ja-JP" altLang="en-US" dirty="0" smtClean="0"/>
              <a:t>リストにある要望を効率的に</a:t>
            </a:r>
            <a:r>
              <a:rPr kumimoji="1" lang="ja-JP" altLang="en-US" dirty="0" smtClean="0"/>
              <a:t>回れる</a:t>
            </a:r>
            <a:r>
              <a:rPr kumimoji="1" lang="ja-JP" altLang="en-US" dirty="0"/>
              <a:t>コース</a:t>
            </a:r>
            <a:r>
              <a:rPr kumimoji="1" lang="ja-JP" altLang="en-US" dirty="0" smtClean="0"/>
              <a:t>を</a:t>
            </a:r>
            <a:endParaRPr kumimoji="1" lang="en-US" altLang="ja-JP" dirty="0" smtClean="0"/>
          </a:p>
          <a:p>
            <a:r>
              <a:rPr kumimoji="1" lang="ja-JP" altLang="en-US" dirty="0" smtClean="0"/>
              <a:t>考慮しながら観光と買い物の</a:t>
            </a:r>
            <a:r>
              <a:rPr lang="ja-JP" altLang="en-US" dirty="0" smtClean="0"/>
              <a:t>サポートを行います。</a:t>
            </a:r>
            <a:endParaRPr lang="en-US" altLang="ja-JP" dirty="0" smtClean="0"/>
          </a:p>
          <a:p>
            <a:endParaRPr kumimoji="1" lang="en-US" altLang="ja-JP" dirty="0"/>
          </a:p>
          <a:p>
            <a:r>
              <a:rPr lang="ja-JP" altLang="en-US" dirty="0" smtClean="0"/>
              <a:t>最終的に宿泊ホテルへ向かい、荷降ろしを</a:t>
            </a:r>
            <a:endParaRPr lang="en-US" altLang="ja-JP" dirty="0" smtClean="0"/>
          </a:p>
          <a:p>
            <a:r>
              <a:rPr kumimoji="1" lang="ja-JP" altLang="en-US" dirty="0"/>
              <a:t>手伝った</a:t>
            </a:r>
            <a:r>
              <a:rPr kumimoji="1" lang="ja-JP" altLang="en-US" dirty="0" smtClean="0"/>
              <a:t>後、業務を終了します。</a:t>
            </a:r>
            <a:endParaRPr kumimoji="1" lang="ja-JP" altLang="en-US" dirty="0"/>
          </a:p>
        </p:txBody>
      </p:sp>
    </p:spTree>
    <p:extLst>
      <p:ext uri="{BB962C8B-B14F-4D97-AF65-F5344CB8AC3E}">
        <p14:creationId xmlns:p14="http://schemas.microsoft.com/office/powerpoint/2010/main" val="584181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メリット（観光客）</a:t>
            </a:r>
            <a:endParaRPr kumimoji="1" lang="ja-JP" altLang="en-US" dirty="0"/>
          </a:p>
        </p:txBody>
      </p:sp>
      <p:sp>
        <p:nvSpPr>
          <p:cNvPr id="3" name="コンテンツ プレースホルダー 2"/>
          <p:cNvSpPr>
            <a:spLocks noGrp="1"/>
          </p:cNvSpPr>
          <p:nvPr>
            <p:ph idx="1"/>
          </p:nvPr>
        </p:nvSpPr>
        <p:spPr/>
        <p:txBody>
          <a:bodyPr>
            <a:normAutofit/>
          </a:bodyPr>
          <a:lstStyle/>
          <a:p>
            <a:r>
              <a:rPr kumimoji="1" lang="ja-JP" altLang="en-US" sz="2800" dirty="0" smtClean="0"/>
              <a:t>買いたい物をリストアップしておけば効率よく回ってもらえる</a:t>
            </a:r>
            <a:endParaRPr kumimoji="1" lang="en-US" altLang="ja-JP" sz="2800" dirty="0" smtClean="0"/>
          </a:p>
          <a:p>
            <a:r>
              <a:rPr lang="ja-JP" altLang="en-US" sz="2800" dirty="0" smtClean="0"/>
              <a:t>買った</a:t>
            </a:r>
            <a:r>
              <a:rPr lang="ja-JP" altLang="en-US" sz="2800" dirty="0"/>
              <a:t>商品</a:t>
            </a:r>
            <a:r>
              <a:rPr lang="ja-JP" altLang="en-US" sz="2800" dirty="0" smtClean="0"/>
              <a:t>は</a:t>
            </a:r>
            <a:r>
              <a:rPr lang="ja-JP" altLang="en-US" sz="2800" dirty="0"/>
              <a:t>タクシー</a:t>
            </a:r>
            <a:r>
              <a:rPr lang="ja-JP" altLang="en-US" sz="2800" dirty="0" smtClean="0"/>
              <a:t>に</a:t>
            </a:r>
            <a:r>
              <a:rPr lang="ja-JP" altLang="en-US" sz="2800" dirty="0"/>
              <a:t>預けておくこと</a:t>
            </a:r>
            <a:r>
              <a:rPr lang="ja-JP" altLang="en-US" sz="2800" dirty="0" smtClean="0"/>
              <a:t>が出来る</a:t>
            </a:r>
            <a:endParaRPr lang="en-US" altLang="ja-JP" sz="2800" dirty="0" smtClean="0"/>
          </a:p>
          <a:p>
            <a:r>
              <a:rPr kumimoji="1" lang="ja-JP" altLang="en-US" sz="2800" dirty="0" smtClean="0"/>
              <a:t>手ぶら</a:t>
            </a:r>
            <a:r>
              <a:rPr lang="ja-JP" altLang="en-US" sz="2800" dirty="0" smtClean="0"/>
              <a:t>になるので観光を快適に行うことができる</a:t>
            </a:r>
            <a:endParaRPr lang="en-US" altLang="ja-JP" sz="2800" dirty="0" smtClean="0"/>
          </a:p>
          <a:p>
            <a:r>
              <a:rPr kumimoji="1" lang="ja-JP" altLang="en-US" sz="2800" dirty="0"/>
              <a:t>言語</a:t>
            </a:r>
            <a:r>
              <a:rPr kumimoji="1" lang="ja-JP" altLang="en-US" sz="2800" dirty="0" smtClean="0"/>
              <a:t>の通じるドライバーに依頼することができる</a:t>
            </a:r>
            <a:endParaRPr kumimoji="1" lang="ja-JP" altLang="en-US" sz="2800" dirty="0"/>
          </a:p>
        </p:txBody>
      </p:sp>
    </p:spTree>
    <p:extLst>
      <p:ext uri="{BB962C8B-B14F-4D97-AF65-F5344CB8AC3E}">
        <p14:creationId xmlns:p14="http://schemas.microsoft.com/office/powerpoint/2010/main" val="3256362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メリット（ドライバー）</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指名を受けて客を獲得することができる</a:t>
            </a:r>
            <a:endParaRPr kumimoji="1" lang="en-US" altLang="ja-JP" dirty="0" smtClean="0"/>
          </a:p>
          <a:p>
            <a:r>
              <a:rPr lang="ja-JP" altLang="en-US" dirty="0" smtClean="0"/>
              <a:t>ツアーガイド</a:t>
            </a:r>
            <a:r>
              <a:rPr lang="ja-JP" altLang="en-US" dirty="0"/>
              <a:t>と</a:t>
            </a:r>
            <a:r>
              <a:rPr lang="ja-JP" altLang="en-US" dirty="0" smtClean="0"/>
              <a:t>して通常の運行より利益を上げることができる</a:t>
            </a:r>
            <a:endParaRPr lang="en-US" altLang="ja-JP" dirty="0" smtClean="0"/>
          </a:p>
          <a:p>
            <a:r>
              <a:rPr kumimoji="1" lang="ja-JP" altLang="en-US" dirty="0" smtClean="0"/>
              <a:t>使用できる言語の能力に応じて追加料金を得ることができる</a:t>
            </a:r>
            <a:endParaRPr kumimoji="1" lang="ja-JP" altLang="en-US" dirty="0"/>
          </a:p>
        </p:txBody>
      </p:sp>
    </p:spTree>
    <p:extLst>
      <p:ext uri="{BB962C8B-B14F-4D97-AF65-F5344CB8AC3E}">
        <p14:creationId xmlns:p14="http://schemas.microsoft.com/office/powerpoint/2010/main" val="1371650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アプリによって得られる効果</a:t>
            </a:r>
            <a:endParaRPr kumimoji="1" lang="ja-JP" altLang="en-US" dirty="0"/>
          </a:p>
        </p:txBody>
      </p:sp>
      <p:sp>
        <p:nvSpPr>
          <p:cNvPr id="3" name="コンテンツ プレースホルダー 2"/>
          <p:cNvSpPr>
            <a:spLocks noGrp="1"/>
          </p:cNvSpPr>
          <p:nvPr>
            <p:ph idx="1"/>
          </p:nvPr>
        </p:nvSpPr>
        <p:spPr/>
        <p:txBody>
          <a:bodyPr>
            <a:normAutofit/>
          </a:bodyPr>
          <a:lstStyle/>
          <a:p>
            <a:r>
              <a:rPr kumimoji="1" lang="ja-JP" altLang="en-US" dirty="0" smtClean="0"/>
              <a:t>爆買目的の場合、荷物が増えることで観光地を周る余裕が無くなってしまうが、タクシーに預けながら移動できる利点もあり、余裕を持って観光に回ることができる。結果、神戸に訪れたことへの満足度の向上が期待できる。</a:t>
            </a:r>
            <a:endParaRPr kumimoji="1" lang="en-US" altLang="ja-JP" dirty="0" smtClean="0"/>
          </a:p>
          <a:p>
            <a:r>
              <a:rPr lang="ja-JP" altLang="en-US" dirty="0"/>
              <a:t>ドライバー</a:t>
            </a:r>
            <a:r>
              <a:rPr lang="ja-JP" altLang="en-US" dirty="0" smtClean="0"/>
              <a:t>は</a:t>
            </a:r>
            <a:r>
              <a:rPr lang="ja-JP" altLang="en-US" dirty="0"/>
              <a:t>自身</a:t>
            </a:r>
            <a:r>
              <a:rPr lang="ja-JP" altLang="en-US" dirty="0" smtClean="0"/>
              <a:t>の</a:t>
            </a:r>
            <a:r>
              <a:rPr lang="ja-JP" altLang="en-US" dirty="0"/>
              <a:t>能力</a:t>
            </a:r>
            <a:r>
              <a:rPr lang="ja-JP" altLang="en-US" dirty="0" smtClean="0"/>
              <a:t>に応じた収入の増加が得られるため、就業への意欲が高まることと同時に、向上することで客への満足度を上げることができ、双方が良い結果に繋がる。</a:t>
            </a:r>
            <a:endParaRPr kumimoji="1" lang="ja-JP" altLang="en-US" dirty="0"/>
          </a:p>
        </p:txBody>
      </p:sp>
    </p:spTree>
    <p:extLst>
      <p:ext uri="{BB962C8B-B14F-4D97-AF65-F5344CB8AC3E}">
        <p14:creationId xmlns:p14="http://schemas.microsoft.com/office/powerpoint/2010/main" val="4108639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アピールポイント</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ブラウザ上でリアルタイムに相互の位置情報の取得や通知を行っているため、</a:t>
            </a:r>
            <a:r>
              <a:rPr kumimoji="1" lang="en-US" altLang="ja-JP" dirty="0" smtClean="0"/>
              <a:t>iPhone</a:t>
            </a:r>
            <a:r>
              <a:rPr kumimoji="1" lang="ja-JP" altLang="en-US" dirty="0" smtClean="0"/>
              <a:t>・</a:t>
            </a:r>
            <a:r>
              <a:rPr kumimoji="1" lang="en-US" altLang="ja-JP" dirty="0" smtClean="0"/>
              <a:t>Android</a:t>
            </a:r>
            <a:r>
              <a:rPr kumimoji="1" lang="ja-JP" altLang="en-US" dirty="0" smtClean="0"/>
              <a:t>を問わずスマホであれば使用することが可能です。</a:t>
            </a:r>
            <a:endParaRPr kumimoji="1" lang="en-US" altLang="ja-JP" dirty="0" smtClean="0"/>
          </a:p>
          <a:p>
            <a:r>
              <a:rPr lang="ja-JP" altLang="en-US" dirty="0"/>
              <a:t>爆</a:t>
            </a:r>
            <a:r>
              <a:rPr lang="ja-JP" altLang="en-US" dirty="0" smtClean="0"/>
              <a:t>買だけでなく、他商品（パンなど）への横展開も可能です。</a:t>
            </a:r>
            <a:endParaRPr kumimoji="1" lang="ja-JP" altLang="en-US" dirty="0"/>
          </a:p>
        </p:txBody>
      </p:sp>
    </p:spTree>
    <p:extLst>
      <p:ext uri="{BB962C8B-B14F-4D97-AF65-F5344CB8AC3E}">
        <p14:creationId xmlns:p14="http://schemas.microsoft.com/office/powerpoint/2010/main" val="4066405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使用オープンデータ</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観光施設情報</a:t>
            </a:r>
            <a:endParaRPr kumimoji="1" lang="ja-JP" altLang="en-US" dirty="0"/>
          </a:p>
        </p:txBody>
      </p:sp>
    </p:spTree>
    <p:extLst>
      <p:ext uri="{BB962C8B-B14F-4D97-AF65-F5344CB8AC3E}">
        <p14:creationId xmlns:p14="http://schemas.microsoft.com/office/powerpoint/2010/main" val="16599248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クラリティ">
  <a:themeElements>
    <a:clrScheme name="クラリティ">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クラシック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クラリティ">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83</TotalTime>
  <Words>638</Words>
  <Application>Microsoft Office PowerPoint</Application>
  <PresentationFormat>画面に合わせる (4:3)</PresentationFormat>
  <Paragraphs>55</Paragraphs>
  <Slides>12</Slides>
  <Notes>0</Notes>
  <HiddenSlides>0</HiddenSlides>
  <MMClips>0</MMClips>
  <ScaleCrop>false</ScaleCrop>
  <HeadingPairs>
    <vt:vector size="4" baseType="variant">
      <vt:variant>
        <vt:lpstr>テーマ</vt:lpstr>
      </vt:variant>
      <vt:variant>
        <vt:i4>1</vt:i4>
      </vt:variant>
      <vt:variant>
        <vt:lpstr>スライド タイトル</vt:lpstr>
      </vt:variant>
      <vt:variant>
        <vt:i4>12</vt:i4>
      </vt:variant>
    </vt:vector>
  </HeadingPairs>
  <TitlesOfParts>
    <vt:vector size="13" baseType="lpstr">
      <vt:lpstr>クラリティ</vt:lpstr>
      <vt:lpstr>血拼TAXI</vt:lpstr>
      <vt:lpstr>概要</vt:lpstr>
      <vt:lpstr>使用フロー１（観光客）</vt:lpstr>
      <vt:lpstr>使用フロー２（観光客）</vt:lpstr>
      <vt:lpstr>使用フロー３（観光客）</vt:lpstr>
      <vt:lpstr>使用フロー４（タクシー）</vt:lpstr>
      <vt:lpstr>使用フロー５（観光客）</vt:lpstr>
      <vt:lpstr>メリット（観光客）</vt:lpstr>
      <vt:lpstr>メリット（ドライバー）</vt:lpstr>
      <vt:lpstr>アプリによって得られる効果</vt:lpstr>
      <vt:lpstr>アピールポイント</vt:lpstr>
      <vt:lpstr>使用オープンデータ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2015-10-23T04:25:40Z</dcterms:created>
  <dcterms:modified xsi:type="dcterms:W3CDTF">2015-10-23T05:49:20Z</dcterms:modified>
</cp:coreProperties>
</file>