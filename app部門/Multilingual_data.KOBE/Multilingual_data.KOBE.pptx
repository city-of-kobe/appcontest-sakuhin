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76" r:id="rId3"/>
    <p:sldId id="275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-73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438C6-9296-4FE1-94A0-F2098573A38C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449E3-0ADA-4D6A-825E-AAD9CA5880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276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449E3-0ADA-4D6A-825E-AAD9CA5880C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962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449E3-0ADA-4D6A-825E-AAD9CA5880C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2249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449E3-0ADA-4D6A-825E-AAD9CA5880C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5907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449E3-0ADA-4D6A-825E-AAD9CA5880C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806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41239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134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9561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4796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95176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1145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1922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966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9228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6914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3913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165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99489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475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13180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8555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40D54-C6E8-4795-8215-9E393754B3B2}" type="datetimeFigureOut">
              <a:rPr kumimoji="1" lang="ja-JP" altLang="en-US" smtClean="0"/>
              <a:t>2015/12/8</a:t>
            </a:fld>
            <a:endParaRPr kumimoji="1"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5E9A39-DBDC-4565-A082-F325DBC5FC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map.kagicomb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map.kagicomb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map.kagicomb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map.kagicomb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Multilingual </a:t>
            </a:r>
            <a:r>
              <a:rPr lang="en-US" altLang="ja-JP" dirty="0" err="1"/>
              <a:t>data.KOBE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400" dirty="0" smtClean="0"/>
              <a:t>～オープンデータを活用した観光案内マップ～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0" y="6396335"/>
            <a:ext cx="9882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Multilingual </a:t>
            </a:r>
            <a:r>
              <a:rPr kumimoji="1" lang="en-US" altLang="ja-JP" sz="2400" dirty="0" err="1" smtClean="0"/>
              <a:t>data.KOBE</a:t>
            </a:r>
            <a:r>
              <a:rPr kumimoji="1" lang="en-US" altLang="ja-JP" sz="2400" dirty="0" smtClean="0"/>
              <a:t> </a:t>
            </a:r>
            <a:r>
              <a:rPr kumimoji="1" lang="ja-JP" altLang="en-US" sz="2400" dirty="0" smtClean="0"/>
              <a:t>は </a:t>
            </a:r>
            <a:r>
              <a:rPr lang="en-US" altLang="ja-JP" sz="2400" dirty="0" smtClean="0">
                <a:hlinkClick r:id="rId3"/>
              </a:rPr>
              <a:t>http://map.kagicomb.com/</a:t>
            </a:r>
            <a:r>
              <a:rPr lang="en-US" altLang="ja-JP" sz="2400" dirty="0" smtClean="0"/>
              <a:t> </a:t>
            </a:r>
            <a:r>
              <a:rPr kumimoji="1" lang="ja-JP" altLang="en-US" sz="2400" dirty="0" smtClean="0"/>
              <a:t>で公開中です！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02503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sz="4400" dirty="0"/>
              <a:t>Multilingual </a:t>
            </a:r>
            <a:r>
              <a:rPr lang="en-US" altLang="ja-JP" sz="4400" dirty="0" err="1"/>
              <a:t>data.KOBE</a:t>
            </a:r>
            <a:r>
              <a:rPr lang="ja-JP" altLang="en-US" sz="4400" dirty="0"/>
              <a:t> について</a:t>
            </a:r>
            <a:endParaRPr kumimoji="1" lang="ja-JP" altLang="en-US" sz="44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400" dirty="0"/>
              <a:t>神戸市のオープンデータに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ja-JP" altLang="en-US" sz="2400" dirty="0"/>
              <a:t>観光地情報、ロケ地情報等がある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ja-JP" altLang="en-US" sz="2400" dirty="0"/>
              <a:t>手軽に見れるなら利用してもらえる？</a:t>
            </a:r>
            <a:endParaRPr lang="en-US" altLang="ja-JP" sz="2400" dirty="0"/>
          </a:p>
          <a:p>
            <a:r>
              <a:rPr lang="ja-JP" altLang="en-US" sz="2400" dirty="0"/>
              <a:t>しかし、情報はすべて日本語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ja-JP" altLang="en-US" sz="2400" dirty="0"/>
              <a:t>外国の方は見ることができない</a:t>
            </a:r>
            <a:endParaRPr lang="en-US" altLang="ja-JP" sz="2400" dirty="0"/>
          </a:p>
          <a:p>
            <a:r>
              <a:rPr lang="ja-JP" altLang="en-US" sz="2400" dirty="0"/>
              <a:t>利用してもらうためには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ja-JP" altLang="en-US" sz="2400" dirty="0"/>
              <a:t>・オープンデータの翻訳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ja-JP" altLang="en-US" sz="2400" dirty="0"/>
              <a:t>・どんなデバイスにも対応できること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ja-JP" altLang="en-US" sz="2400" dirty="0"/>
              <a:t>が</a:t>
            </a:r>
            <a:r>
              <a:rPr lang="ja-JP" altLang="en-US" sz="2400" dirty="0" smtClean="0"/>
              <a:t>重要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0" y="6396335"/>
            <a:ext cx="9882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Multilingual </a:t>
            </a:r>
            <a:r>
              <a:rPr kumimoji="1" lang="en-US" altLang="ja-JP" sz="2400" dirty="0" err="1" smtClean="0"/>
              <a:t>data.KOBE</a:t>
            </a:r>
            <a:r>
              <a:rPr kumimoji="1" lang="en-US" altLang="ja-JP" sz="2400" dirty="0" smtClean="0"/>
              <a:t> </a:t>
            </a:r>
            <a:r>
              <a:rPr kumimoji="1" lang="ja-JP" altLang="en-US" sz="2400" dirty="0" smtClean="0"/>
              <a:t>は </a:t>
            </a:r>
            <a:r>
              <a:rPr lang="en-US" altLang="ja-JP" sz="2400" dirty="0" smtClean="0">
                <a:hlinkClick r:id="rId3"/>
              </a:rPr>
              <a:t>http://map.kagicomb.com/</a:t>
            </a:r>
            <a:r>
              <a:rPr lang="en-US" altLang="ja-JP" sz="2400" dirty="0" smtClean="0"/>
              <a:t> </a:t>
            </a:r>
            <a:r>
              <a:rPr kumimoji="1" lang="ja-JP" altLang="en-US" sz="2400" dirty="0" smtClean="0"/>
              <a:t>で公開中です！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903752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4400" dirty="0"/>
              <a:t>プログラム</a:t>
            </a:r>
            <a:r>
              <a:rPr lang="ja-JP" altLang="en-US" sz="4400" dirty="0" smtClean="0"/>
              <a:t>の</a:t>
            </a:r>
            <a:r>
              <a:rPr lang="ja-JP" altLang="en-US" sz="4400" dirty="0"/>
              <a:t>説明</a:t>
            </a:r>
            <a:endParaRPr kumimoji="1" lang="ja-JP" altLang="en-US" sz="44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677334" y="4946468"/>
            <a:ext cx="8596668" cy="1094893"/>
          </a:xfrm>
          <a:prstGeom prst="roundRect">
            <a:avLst/>
          </a:prstGeom>
          <a:solidFill>
            <a:srgbClr val="002060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JavaScript</a:t>
            </a:r>
            <a:endParaRPr kumimoji="1" lang="ja-JP" altLang="en-US" sz="2400" dirty="0"/>
          </a:p>
        </p:txBody>
      </p:sp>
      <p:sp>
        <p:nvSpPr>
          <p:cNvPr id="5" name="角丸四角形 4"/>
          <p:cNvSpPr/>
          <p:nvPr/>
        </p:nvSpPr>
        <p:spPr>
          <a:xfrm>
            <a:off x="677334" y="2160588"/>
            <a:ext cx="3372152" cy="10948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 smtClean="0"/>
              <a:t>神戸市行政データ</a:t>
            </a:r>
            <a:r>
              <a:rPr lang="en-US" altLang="ja-JP" sz="2400" dirty="0" smtClean="0"/>
              <a:t>API</a:t>
            </a:r>
            <a:endParaRPr lang="ja-JP" altLang="en-US" sz="2400" dirty="0"/>
          </a:p>
        </p:txBody>
      </p:sp>
      <p:sp>
        <p:nvSpPr>
          <p:cNvPr id="6" name="角丸四角形 5"/>
          <p:cNvSpPr/>
          <p:nvPr/>
        </p:nvSpPr>
        <p:spPr>
          <a:xfrm>
            <a:off x="6237449" y="660623"/>
            <a:ext cx="2997683" cy="1094893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Microsoft Translator API</a:t>
            </a:r>
            <a:endParaRPr kumimoji="1" lang="ja-JP" altLang="en-US" sz="2400" dirty="0"/>
          </a:p>
        </p:txBody>
      </p:sp>
      <p:sp>
        <p:nvSpPr>
          <p:cNvPr id="7" name="角丸四角形 6"/>
          <p:cNvSpPr/>
          <p:nvPr/>
        </p:nvSpPr>
        <p:spPr>
          <a:xfrm>
            <a:off x="6276318" y="2832382"/>
            <a:ext cx="2997683" cy="1094893"/>
          </a:xfrm>
          <a:prstGeom prst="roundRect">
            <a:avLst/>
          </a:prstGeom>
          <a:solidFill>
            <a:srgbClr val="002060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PHP</a:t>
            </a:r>
            <a:r>
              <a:rPr lang="ja-JP" altLang="en-US" sz="2400" dirty="0"/>
              <a:t>プログラム</a:t>
            </a:r>
            <a:endParaRPr kumimoji="1" lang="ja-JP" altLang="en-US" sz="2400" dirty="0"/>
          </a:p>
        </p:txBody>
      </p:sp>
      <p:grpSp>
        <p:nvGrpSpPr>
          <p:cNvPr id="10" name="グループ化 9"/>
          <p:cNvGrpSpPr/>
          <p:nvPr/>
        </p:nvGrpSpPr>
        <p:grpSpPr>
          <a:xfrm>
            <a:off x="2264571" y="2880246"/>
            <a:ext cx="3606644" cy="2307772"/>
            <a:chOff x="2146664" y="2939241"/>
            <a:chExt cx="3606644" cy="2307772"/>
          </a:xfrm>
        </p:grpSpPr>
        <p:sp>
          <p:nvSpPr>
            <p:cNvPr id="9" name="下矢印 8"/>
            <p:cNvSpPr/>
            <p:nvPr/>
          </p:nvSpPr>
          <p:spPr>
            <a:xfrm rot="10800000">
              <a:off x="2227459" y="2939241"/>
              <a:ext cx="914400" cy="2307772"/>
            </a:xfrm>
            <a:prstGeom prst="downArrow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2146664" y="3598673"/>
              <a:ext cx="3606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 smtClean="0"/>
                <a:t>①</a:t>
              </a:r>
              <a:r>
                <a:rPr lang="en-US" altLang="ja-JP" sz="2400" dirty="0" err="1" smtClean="0"/>
                <a:t>HttpRequest</a:t>
              </a:r>
              <a:endParaRPr kumimoji="1" lang="ja-JP" altLang="en-US" sz="2400" dirty="0"/>
            </a:p>
          </p:txBody>
        </p:sp>
      </p:grpSp>
      <p:grpSp>
        <p:nvGrpSpPr>
          <p:cNvPr id="11" name="グループ化 10"/>
          <p:cNvGrpSpPr/>
          <p:nvPr/>
        </p:nvGrpSpPr>
        <p:grpSpPr>
          <a:xfrm>
            <a:off x="542043" y="2970512"/>
            <a:ext cx="3606644" cy="2307772"/>
            <a:chOff x="645030" y="2939240"/>
            <a:chExt cx="3606644" cy="2307772"/>
          </a:xfrm>
        </p:grpSpPr>
        <p:sp>
          <p:nvSpPr>
            <p:cNvPr id="8" name="下矢印 7"/>
            <p:cNvSpPr/>
            <p:nvPr/>
          </p:nvSpPr>
          <p:spPr>
            <a:xfrm>
              <a:off x="1550126" y="2939240"/>
              <a:ext cx="914400" cy="2307772"/>
            </a:xfrm>
            <a:prstGeom prst="downArrow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645030" y="3946443"/>
              <a:ext cx="3606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 smtClean="0"/>
                <a:t>②</a:t>
              </a:r>
              <a:r>
                <a:rPr kumimoji="1" lang="en-US" altLang="ja-JP" sz="2400" dirty="0" smtClean="0"/>
                <a:t>JSON</a:t>
              </a:r>
              <a:r>
                <a:rPr kumimoji="1" lang="ja-JP" altLang="en-US" sz="2400" dirty="0" smtClean="0"/>
                <a:t>データ</a:t>
              </a:r>
              <a:endParaRPr kumimoji="1" lang="ja-JP" altLang="en-US" sz="2400" dirty="0"/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841567" y="5179441"/>
            <a:ext cx="2846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>
                <a:solidFill>
                  <a:schemeClr val="bg1"/>
                </a:solidFill>
              </a:rPr>
              <a:t>③マーカーを作成</a:t>
            </a:r>
          </a:p>
        </p:txBody>
      </p:sp>
      <p:grpSp>
        <p:nvGrpSpPr>
          <p:cNvPr id="12" name="グループ化 11"/>
          <p:cNvGrpSpPr/>
          <p:nvPr/>
        </p:nvGrpSpPr>
        <p:grpSpPr>
          <a:xfrm>
            <a:off x="7149111" y="3797583"/>
            <a:ext cx="3889343" cy="1449429"/>
            <a:chOff x="7149111" y="3797583"/>
            <a:chExt cx="3889343" cy="1449429"/>
          </a:xfrm>
        </p:grpSpPr>
        <p:sp>
          <p:nvSpPr>
            <p:cNvPr id="19" name="下矢印 18"/>
            <p:cNvSpPr/>
            <p:nvPr/>
          </p:nvSpPr>
          <p:spPr>
            <a:xfrm rot="10800000">
              <a:off x="7149111" y="3797583"/>
              <a:ext cx="914400" cy="1449429"/>
            </a:xfrm>
            <a:prstGeom prst="downArrow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/>
            <p:cNvSpPr txBox="1"/>
            <p:nvPr/>
          </p:nvSpPr>
          <p:spPr>
            <a:xfrm>
              <a:off x="7431810" y="4182079"/>
              <a:ext cx="3606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 smtClean="0"/>
                <a:t>④</a:t>
              </a:r>
              <a:r>
                <a:rPr lang="en-US" altLang="ja-JP" sz="2400" dirty="0" smtClean="0"/>
                <a:t>HTML</a:t>
              </a:r>
              <a:r>
                <a:rPr lang="ja-JP" altLang="en-US" sz="2400" dirty="0" smtClean="0"/>
                <a:t>（日本語</a:t>
              </a:r>
              <a:r>
                <a:rPr lang="ja-JP" altLang="en-US" sz="2400" dirty="0"/>
                <a:t>）</a:t>
              </a:r>
              <a:endParaRPr lang="en-US" altLang="ja-JP" sz="2400" dirty="0" smtClean="0"/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7149111" y="1627260"/>
            <a:ext cx="3891713" cy="1449429"/>
            <a:chOff x="7149111" y="1627260"/>
            <a:chExt cx="3891713" cy="1449429"/>
          </a:xfrm>
        </p:grpSpPr>
        <p:sp>
          <p:nvSpPr>
            <p:cNvPr id="21" name="下矢印 20"/>
            <p:cNvSpPr/>
            <p:nvPr/>
          </p:nvSpPr>
          <p:spPr>
            <a:xfrm rot="10800000">
              <a:off x="7149111" y="1627260"/>
              <a:ext cx="914400" cy="1449429"/>
            </a:xfrm>
            <a:prstGeom prst="downArrow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/>
            <p:cNvSpPr txBox="1"/>
            <p:nvPr/>
          </p:nvSpPr>
          <p:spPr>
            <a:xfrm>
              <a:off x="7434180" y="2102402"/>
              <a:ext cx="36066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 smtClean="0"/>
                <a:t>⑤</a:t>
              </a:r>
              <a:r>
                <a:rPr lang="en-US" altLang="ja-JP" sz="2400" dirty="0"/>
                <a:t>HTML</a:t>
              </a:r>
              <a:r>
                <a:rPr lang="ja-JP" altLang="en-US" sz="2400" dirty="0"/>
                <a:t>（日本語）</a:t>
              </a:r>
              <a:endParaRPr lang="en-US" altLang="ja-JP" sz="2400" dirty="0"/>
            </a:p>
            <a:p>
              <a:endParaRPr kumimoji="1" lang="ja-JP" altLang="en-US" sz="2400" dirty="0"/>
            </a:p>
          </p:txBody>
        </p:sp>
      </p:grpSp>
      <p:grpSp>
        <p:nvGrpSpPr>
          <p:cNvPr id="14" name="グループ化 13"/>
          <p:cNvGrpSpPr/>
          <p:nvPr/>
        </p:nvGrpSpPr>
        <p:grpSpPr>
          <a:xfrm>
            <a:off x="4746262" y="1627260"/>
            <a:ext cx="3606644" cy="1449429"/>
            <a:chOff x="4746262" y="1627260"/>
            <a:chExt cx="3606644" cy="1449429"/>
          </a:xfrm>
        </p:grpSpPr>
        <p:sp>
          <p:nvSpPr>
            <p:cNvPr id="20" name="下矢印 19"/>
            <p:cNvSpPr/>
            <p:nvPr/>
          </p:nvSpPr>
          <p:spPr>
            <a:xfrm>
              <a:off x="6471778" y="1627260"/>
              <a:ext cx="914400" cy="1449429"/>
            </a:xfrm>
            <a:prstGeom prst="downArrow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テキスト ボックス 28"/>
            <p:cNvSpPr txBox="1"/>
            <p:nvPr/>
          </p:nvSpPr>
          <p:spPr>
            <a:xfrm>
              <a:off x="4746262" y="2238976"/>
              <a:ext cx="3606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 smtClean="0"/>
                <a:t>⑥</a:t>
              </a:r>
              <a:r>
                <a:rPr lang="en-US" altLang="ja-JP" sz="2400" dirty="0"/>
                <a:t>HTML</a:t>
              </a:r>
              <a:r>
                <a:rPr lang="ja-JP" altLang="en-US" sz="2400" dirty="0" smtClean="0"/>
                <a:t>（翻訳済）</a:t>
              </a:r>
              <a:endParaRPr lang="en-US" altLang="ja-JP" sz="2400" dirty="0"/>
            </a:p>
          </p:txBody>
        </p:sp>
      </p:grpSp>
      <p:grpSp>
        <p:nvGrpSpPr>
          <p:cNvPr id="15" name="グループ化 14"/>
          <p:cNvGrpSpPr/>
          <p:nvPr/>
        </p:nvGrpSpPr>
        <p:grpSpPr>
          <a:xfrm>
            <a:off x="4746262" y="3797583"/>
            <a:ext cx="3606644" cy="1449429"/>
            <a:chOff x="4746262" y="3797583"/>
            <a:chExt cx="3606644" cy="1449429"/>
          </a:xfrm>
        </p:grpSpPr>
        <p:sp>
          <p:nvSpPr>
            <p:cNvPr id="18" name="下矢印 17"/>
            <p:cNvSpPr/>
            <p:nvPr/>
          </p:nvSpPr>
          <p:spPr>
            <a:xfrm>
              <a:off x="6471778" y="3797583"/>
              <a:ext cx="914400" cy="1449429"/>
            </a:xfrm>
            <a:prstGeom prst="downArrow">
              <a:avLst/>
            </a:prstGeom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4746262" y="4413933"/>
              <a:ext cx="36066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 smtClean="0"/>
                <a:t>⑦</a:t>
              </a:r>
              <a:r>
                <a:rPr lang="en-US" altLang="ja-JP" sz="2400" dirty="0"/>
                <a:t>HTML</a:t>
              </a:r>
              <a:r>
                <a:rPr lang="ja-JP" altLang="en-US" sz="2400" dirty="0"/>
                <a:t>（翻訳済）</a:t>
              </a:r>
              <a:endParaRPr lang="en-US" altLang="ja-JP" sz="2400" dirty="0"/>
            </a:p>
          </p:txBody>
        </p:sp>
      </p:grpSp>
      <p:sp>
        <p:nvSpPr>
          <p:cNvPr id="31" name="テキスト ボックス 30"/>
          <p:cNvSpPr txBox="1"/>
          <p:nvPr/>
        </p:nvSpPr>
        <p:spPr>
          <a:xfrm>
            <a:off x="6350738" y="5201730"/>
            <a:ext cx="3606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>
                <a:solidFill>
                  <a:schemeClr val="bg1"/>
                </a:solidFill>
              </a:rPr>
              <a:t>⑧</a:t>
            </a:r>
            <a:r>
              <a:rPr lang="ja-JP" altLang="en-US" sz="2400" dirty="0">
                <a:solidFill>
                  <a:schemeClr val="bg1"/>
                </a:solidFill>
              </a:rPr>
              <a:t>情報</a:t>
            </a:r>
            <a:r>
              <a:rPr lang="ja-JP" altLang="en-US" sz="2400" dirty="0" smtClean="0">
                <a:solidFill>
                  <a:schemeClr val="bg1"/>
                </a:solidFill>
              </a:rPr>
              <a:t>を</a:t>
            </a:r>
            <a:r>
              <a:rPr lang="ja-JP" altLang="en-US" sz="2400" dirty="0">
                <a:solidFill>
                  <a:schemeClr val="bg1"/>
                </a:solidFill>
              </a:rPr>
              <a:t>表示</a:t>
            </a:r>
            <a:endParaRPr lang="ja-JP" altLang="en-US" sz="2400" dirty="0" smtClean="0">
              <a:solidFill>
                <a:schemeClr val="bg1"/>
              </a:solidFill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0" y="6396335"/>
            <a:ext cx="9882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Multilingual </a:t>
            </a:r>
            <a:r>
              <a:rPr kumimoji="1" lang="en-US" altLang="ja-JP" sz="2400" dirty="0" err="1" smtClean="0"/>
              <a:t>data.KOBE</a:t>
            </a:r>
            <a:r>
              <a:rPr kumimoji="1" lang="en-US" altLang="ja-JP" sz="2400" dirty="0" smtClean="0"/>
              <a:t> </a:t>
            </a:r>
            <a:r>
              <a:rPr kumimoji="1" lang="ja-JP" altLang="en-US" sz="2400" dirty="0" smtClean="0"/>
              <a:t>は </a:t>
            </a:r>
            <a:r>
              <a:rPr lang="en-US" altLang="ja-JP" sz="2400" dirty="0" smtClean="0">
                <a:hlinkClick r:id="rId3"/>
              </a:rPr>
              <a:t>http://map.kagicomb.com/</a:t>
            </a:r>
            <a:r>
              <a:rPr lang="en-US" altLang="ja-JP" sz="2400" dirty="0" smtClean="0"/>
              <a:t> </a:t>
            </a:r>
            <a:r>
              <a:rPr kumimoji="1" lang="ja-JP" altLang="en-US" sz="2400" dirty="0" smtClean="0"/>
              <a:t>で公開中です！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440720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repeatCount="8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repeatCount="8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repeatCount="8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repeatCount="8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repeatCount="8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repeatCount="8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repeatCount="8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 smtClean="0"/>
              <a:t>ありがとうございました。</a:t>
            </a:r>
            <a:endParaRPr kumimoji="1" lang="ja-JP" altLang="en-US" sz="480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0" y="6396335"/>
            <a:ext cx="9882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Multilingual </a:t>
            </a:r>
            <a:r>
              <a:rPr kumimoji="1" lang="en-US" altLang="ja-JP" sz="2400" dirty="0" err="1" smtClean="0"/>
              <a:t>data.KOBE</a:t>
            </a:r>
            <a:r>
              <a:rPr kumimoji="1" lang="en-US" altLang="ja-JP" sz="2400" dirty="0" smtClean="0"/>
              <a:t> </a:t>
            </a:r>
            <a:r>
              <a:rPr kumimoji="1" lang="ja-JP" altLang="en-US" sz="2400" dirty="0" smtClean="0"/>
              <a:t>は </a:t>
            </a:r>
            <a:r>
              <a:rPr lang="en-US" altLang="ja-JP" sz="2400" dirty="0" smtClean="0">
                <a:hlinkClick r:id="rId3"/>
              </a:rPr>
              <a:t>http://map.kagicomb.com/</a:t>
            </a:r>
            <a:r>
              <a:rPr lang="en-US" altLang="ja-JP" sz="2400" dirty="0" smtClean="0"/>
              <a:t> </a:t>
            </a:r>
            <a:r>
              <a:rPr kumimoji="1" lang="ja-JP" altLang="en-US" sz="2400" dirty="0" smtClean="0"/>
              <a:t>で公開中です！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0104207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205</TotalTime>
  <Words>115</Words>
  <Application>Microsoft Office PowerPoint</Application>
  <PresentationFormat>ユーザー設定</PresentationFormat>
  <Paragraphs>28</Paragraphs>
  <Slides>4</Slides>
  <Notes>4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ファセット</vt:lpstr>
      <vt:lpstr>Multilingual data.KOBE</vt:lpstr>
      <vt:lpstr>Multilingual data.KOBE について</vt:lpstr>
      <vt:lpstr>プログラムの説明</vt:lpstr>
      <vt:lpstr>ありがとうございました。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2015-10-30T11:24:44Z</dcterms:created>
  <dcterms:modified xsi:type="dcterms:W3CDTF">2015-12-08T05:41:58Z</dcterms:modified>
</cp:coreProperties>
</file>