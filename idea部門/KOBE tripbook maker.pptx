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rels" ContentType="application/vnd.openxmlformats-package.relationships+xml"/>
  <Default Extension="xml" ContentType="application/xml"/>
  <Default Extension="vml" ContentType="application/vnd.openxmlformats-officedocument.vmlDrawing"/>
  <Default Extension="gif" ContentType="image/gif"/>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60" r:id="rId2"/>
  </p:sldMasterIdLst>
  <p:notesMasterIdLst>
    <p:notesMasterId r:id="rId16"/>
  </p:notesMasterIdLst>
  <p:sldIdLst>
    <p:sldId id="256" r:id="rId3"/>
    <p:sldId id="258" r:id="rId4"/>
    <p:sldId id="259" r:id="rId5"/>
    <p:sldId id="260" r:id="rId6"/>
    <p:sldId id="262" r:id="rId7"/>
    <p:sldId id="270" r:id="rId8"/>
    <p:sldId id="263" r:id="rId9"/>
    <p:sldId id="264" r:id="rId10"/>
    <p:sldId id="265" r:id="rId11"/>
    <p:sldId id="266" r:id="rId12"/>
    <p:sldId id="267" r:id="rId13"/>
    <p:sldId id="268" r:id="rId14"/>
    <p:sldId id="269" r:id="rId1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 uri="{2D200454-40CA-4A62-9FC3-DE9A4176ACB9}">
      <p15:notesGuideLst xmlns:p15="http://schemas.microsoft.com/office/powerpoint/2012/main" xmlns="">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1"/>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p:cViewPr varScale="1">
        <p:scale>
          <a:sx n="74" d="100"/>
          <a:sy n="74" d="100"/>
        </p:scale>
        <p:origin x="-1248" y="-102"/>
      </p:cViewPr>
      <p:guideLst>
        <p:guide orient="horz" pos="2160"/>
        <p:guide pos="2880"/>
      </p:guideLst>
    </p:cSldViewPr>
  </p:slideViewPr>
  <p:notesTextViewPr>
    <p:cViewPr>
      <p:scale>
        <a:sx n="100" d="100"/>
        <a:sy n="100" d="100"/>
      </p:scale>
      <p:origin x="0" y="0"/>
    </p:cViewPr>
  </p:notesTextViewPr>
  <p:notesViewPr>
    <p:cSldViewPr>
      <p:cViewPr varScale="1">
        <p:scale>
          <a:sx n="63" d="100"/>
          <a:sy n="63" d="100"/>
        </p:scale>
        <p:origin x="-1596" y="-10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presProps" Target="presProps.xml"/><Relationship Id="rId2" Type="http://schemas.openxmlformats.org/officeDocument/2006/relationships/slideMaster" Target="slideMasters/slideMaster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latinLnBrk="0">
              <a:defRPr kumimoji="1" lang="ja-JP" sz="1200"/>
            </a:lvl1pPr>
          </a:lstStyle>
          <a:p>
            <a:endParaRPr kumimoji="1" lang="ja-JP"/>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latinLnBrk="0">
              <a:defRPr kumimoji="1" lang="ja-JP" sz="1200"/>
            </a:lvl1pPr>
          </a:lstStyle>
          <a:p>
            <a:fld id="{6DCC9987-AE10-4685-9B5B-4577F1D5BB4C}" type="datetimeFigureOut">
              <a:rPr lang="ja-JP" altLang="en-US"/>
              <a:pPr/>
              <a:t>2015/10/23</a:t>
            </a:fld>
            <a:endParaRPr kumimoji="1" lang="ja-JP"/>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kumimoji="1" lang="ja-JP"/>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kumimoji="1" lang="ja-JP"/>
              <a:t>クリックしてマスタ テキスト スタイルを編集する</a:t>
            </a:r>
          </a:p>
          <a:p>
            <a:pPr lvl="1"/>
            <a:r>
              <a:rPr kumimoji="1" lang="ja-JP"/>
              <a:t>第 2 レベル</a:t>
            </a:r>
          </a:p>
          <a:p>
            <a:pPr lvl="2"/>
            <a:r>
              <a:rPr kumimoji="1" lang="ja-JP"/>
              <a:t>第 3 レベル</a:t>
            </a:r>
          </a:p>
          <a:p>
            <a:pPr lvl="3"/>
            <a:r>
              <a:rPr kumimoji="1" lang="ja-JP"/>
              <a:t>第 4 レベル</a:t>
            </a:r>
          </a:p>
          <a:p>
            <a:pPr lvl="4"/>
            <a:r>
              <a:rPr kumimoji="1" lang="ja-JP"/>
              <a:t>第 5 レベル</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latinLnBrk="0">
              <a:defRPr kumimoji="1" lang="ja-JP" sz="1200"/>
            </a:lvl1pPr>
          </a:lstStyle>
          <a:p>
            <a:endParaRPr kumimoji="1" lang="ja-JP"/>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latinLnBrk="0">
              <a:defRPr kumimoji="1" lang="ja-JP" sz="1200"/>
            </a:lvl1pPr>
          </a:lstStyle>
          <a:p>
            <a:fld id="{77D8454A-404F-4DF1-8F43-7DDF83BF3B63}" type="slidenum">
              <a:rPr/>
              <a:pPr/>
              <a:t>‹#›</a:t>
            </a:fld>
            <a:endParaRPr kumimoji="1" lang="ja-JP"/>
          </a:p>
        </p:txBody>
      </p:sp>
    </p:spTree>
    <p:extLst>
      <p:ext uri="{BB962C8B-B14F-4D97-AF65-F5344CB8AC3E}">
        <p14:creationId xmlns:p14="http://schemas.microsoft.com/office/powerpoint/2010/main" val="343363243"/>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lang="ja-JP" sz="1200" kern="1200">
        <a:solidFill>
          <a:schemeClr val="tx1"/>
        </a:solidFill>
        <a:latin typeface="+mn-lt"/>
        <a:ea typeface="+mn-ea"/>
        <a:cs typeface="+mn-cs"/>
      </a:defRPr>
    </a:lvl1pPr>
    <a:lvl2pPr marL="457200" algn="l" defTabSz="914400" rtl="0" eaLnBrk="1" latinLnBrk="0" hangingPunct="1">
      <a:defRPr kumimoji="1" lang="ja-JP" sz="1200" kern="1200">
        <a:solidFill>
          <a:schemeClr val="tx1"/>
        </a:solidFill>
        <a:latin typeface="+mn-lt"/>
        <a:ea typeface="+mn-ea"/>
        <a:cs typeface="+mn-cs"/>
      </a:defRPr>
    </a:lvl2pPr>
    <a:lvl3pPr marL="914400" algn="l" defTabSz="914400" rtl="0" eaLnBrk="1" latinLnBrk="0" hangingPunct="1">
      <a:defRPr kumimoji="1" lang="ja-JP" sz="1200" kern="1200">
        <a:solidFill>
          <a:schemeClr val="tx1"/>
        </a:solidFill>
        <a:latin typeface="+mn-lt"/>
        <a:ea typeface="+mn-ea"/>
        <a:cs typeface="+mn-cs"/>
      </a:defRPr>
    </a:lvl3pPr>
    <a:lvl4pPr marL="1371600" algn="l" defTabSz="914400" rtl="0" eaLnBrk="1" latinLnBrk="0" hangingPunct="1">
      <a:defRPr kumimoji="1" lang="ja-JP" sz="1200" kern="1200">
        <a:solidFill>
          <a:schemeClr val="tx1"/>
        </a:solidFill>
        <a:latin typeface="+mn-lt"/>
        <a:ea typeface="+mn-ea"/>
        <a:cs typeface="+mn-cs"/>
      </a:defRPr>
    </a:lvl4pPr>
    <a:lvl5pPr marL="1828800" algn="l" defTabSz="914400" rtl="0" eaLnBrk="1" latinLnBrk="0" hangingPunct="1">
      <a:defRPr kumimoji="1" lang="ja-JP" sz="1200" kern="1200">
        <a:solidFill>
          <a:schemeClr val="tx1"/>
        </a:solidFill>
        <a:latin typeface="+mn-lt"/>
        <a:ea typeface="+mn-ea"/>
        <a:cs typeface="+mn-cs"/>
      </a:defRPr>
    </a:lvl5pPr>
    <a:lvl6pPr marL="2286000" algn="l" defTabSz="914400" rtl="0" eaLnBrk="1" latinLnBrk="0" hangingPunct="1">
      <a:defRPr kumimoji="1" lang="ja-JP" sz="1200" kern="1200">
        <a:solidFill>
          <a:schemeClr val="tx1"/>
        </a:solidFill>
        <a:latin typeface="+mn-lt"/>
        <a:ea typeface="+mn-ea"/>
        <a:cs typeface="+mn-cs"/>
      </a:defRPr>
    </a:lvl6pPr>
    <a:lvl7pPr marL="2743200" algn="l" defTabSz="914400" rtl="0" eaLnBrk="1" latinLnBrk="0" hangingPunct="1">
      <a:defRPr kumimoji="1" lang="ja-JP" sz="1200" kern="1200">
        <a:solidFill>
          <a:schemeClr val="tx1"/>
        </a:solidFill>
        <a:latin typeface="+mn-lt"/>
        <a:ea typeface="+mn-ea"/>
        <a:cs typeface="+mn-cs"/>
      </a:defRPr>
    </a:lvl7pPr>
    <a:lvl8pPr marL="3200400" algn="l" defTabSz="914400" rtl="0" eaLnBrk="1" latinLnBrk="0" hangingPunct="1">
      <a:defRPr kumimoji="1" lang="ja-JP" sz="1200" kern="1200">
        <a:solidFill>
          <a:schemeClr val="tx1"/>
        </a:solidFill>
        <a:latin typeface="+mn-lt"/>
        <a:ea typeface="+mn-ea"/>
        <a:cs typeface="+mn-cs"/>
      </a:defRPr>
    </a:lvl8pPr>
    <a:lvl9pPr marL="3657600" algn="l" defTabSz="914400" rtl="0" eaLnBrk="1" latinLnBrk="0" hangingPunct="1">
      <a:defRPr kumimoji="1" lang="ja-JP"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kumimoji="1" lang="ja-JP"/>
          </a:p>
        </p:txBody>
      </p:sp>
      <p:sp>
        <p:nvSpPr>
          <p:cNvPr id="4" name="Slide Number Placeholder 3"/>
          <p:cNvSpPr>
            <a:spLocks noGrp="1"/>
          </p:cNvSpPr>
          <p:nvPr>
            <p:ph type="sldNum" sz="quarter" idx="10"/>
          </p:nvPr>
        </p:nvSpPr>
        <p:spPr/>
        <p:txBody>
          <a:bodyPr/>
          <a:lstStyle/>
          <a:p>
            <a:fld id="{77D8454A-404F-4DF1-8F43-7DDF83BF3B63}" type="slidenum">
              <a:rPr kumimoji="1" lang="ja-JP" smtClean="0"/>
              <a:pPr/>
              <a:t>1</a:t>
            </a:fld>
            <a:endParaRPr kumimoji="1" lang="ja-JP"/>
          </a:p>
        </p:txBody>
      </p:sp>
    </p:spTree>
    <p:extLst>
      <p:ext uri="{BB962C8B-B14F-4D97-AF65-F5344CB8AC3E}">
        <p14:creationId xmlns:p14="http://schemas.microsoft.com/office/powerpoint/2010/main" val="36964800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kumimoji="1" lang="ja-JP"/>
          </a:p>
        </p:txBody>
      </p:sp>
      <p:sp>
        <p:nvSpPr>
          <p:cNvPr id="4" name="Slide Number Placeholder 3"/>
          <p:cNvSpPr>
            <a:spLocks noGrp="1"/>
          </p:cNvSpPr>
          <p:nvPr>
            <p:ph type="sldNum" sz="quarter" idx="10"/>
          </p:nvPr>
        </p:nvSpPr>
        <p:spPr/>
        <p:txBody>
          <a:bodyPr/>
          <a:lstStyle/>
          <a:p>
            <a:fld id="{77D8454A-404F-4DF1-8F43-7DDF83BF3B63}" type="slidenum">
              <a:rPr kumimoji="1" lang="en-US" altLang="ja-JP" smtClean="0"/>
              <a:pPr/>
              <a:t>2</a:t>
            </a:fld>
            <a:endParaRPr kumimoji="1" lang="ja-JP"/>
          </a:p>
        </p:txBody>
      </p:sp>
    </p:spTree>
    <p:extLst>
      <p:ext uri="{BB962C8B-B14F-4D97-AF65-F5344CB8AC3E}">
        <p14:creationId xmlns:p14="http://schemas.microsoft.com/office/powerpoint/2010/main" val="19098470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kumimoji="1" lang="ja-JP"/>
          </a:p>
        </p:txBody>
      </p:sp>
      <p:sp>
        <p:nvSpPr>
          <p:cNvPr id="4" name="Slide Number Placeholder 3"/>
          <p:cNvSpPr>
            <a:spLocks noGrp="1"/>
          </p:cNvSpPr>
          <p:nvPr>
            <p:ph type="sldNum" sz="quarter" idx="10"/>
          </p:nvPr>
        </p:nvSpPr>
        <p:spPr/>
        <p:txBody>
          <a:bodyPr/>
          <a:lstStyle/>
          <a:p>
            <a:fld id="{77D8454A-404F-4DF1-8F43-7DDF83BF3B63}" type="slidenum">
              <a:rPr kumimoji="1" lang="en-US" altLang="ja-JP" smtClean="0"/>
              <a:pPr/>
              <a:t>3</a:t>
            </a:fld>
            <a:endParaRPr kumimoji="1" lang="ja-JP"/>
          </a:p>
        </p:txBody>
      </p:sp>
    </p:spTree>
    <p:extLst>
      <p:ext uri="{BB962C8B-B14F-4D97-AF65-F5344CB8AC3E}">
        <p14:creationId xmlns:p14="http://schemas.microsoft.com/office/powerpoint/2010/main" val="9136422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kumimoji="1" lang="ja-JP"/>
          </a:p>
        </p:txBody>
      </p:sp>
      <p:sp>
        <p:nvSpPr>
          <p:cNvPr id="4" name="Slide Number Placeholder 3"/>
          <p:cNvSpPr>
            <a:spLocks noGrp="1"/>
          </p:cNvSpPr>
          <p:nvPr>
            <p:ph type="sldNum" sz="quarter" idx="10"/>
          </p:nvPr>
        </p:nvSpPr>
        <p:spPr/>
        <p:txBody>
          <a:bodyPr/>
          <a:lstStyle/>
          <a:p>
            <a:fld id="{77D8454A-404F-4DF1-8F43-7DDF83BF3B63}" type="slidenum">
              <a:rPr kumimoji="1" lang="en-US" altLang="ja-JP" smtClean="0"/>
              <a:pPr/>
              <a:t>4</a:t>
            </a:fld>
            <a:endParaRPr kumimoji="1" lang="ja-JP"/>
          </a:p>
        </p:txBody>
      </p:sp>
    </p:spTree>
    <p:extLst>
      <p:ext uri="{BB962C8B-B14F-4D97-AF65-F5344CB8AC3E}">
        <p14:creationId xmlns:p14="http://schemas.microsoft.com/office/powerpoint/2010/main" val="14732472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kumimoji="1" lang="ja-JP"/>
          </a:p>
        </p:txBody>
      </p:sp>
      <p:sp>
        <p:nvSpPr>
          <p:cNvPr id="4" name="Slide Number Placeholder 3"/>
          <p:cNvSpPr>
            <a:spLocks noGrp="1"/>
          </p:cNvSpPr>
          <p:nvPr>
            <p:ph type="sldNum" sz="quarter" idx="10"/>
          </p:nvPr>
        </p:nvSpPr>
        <p:spPr/>
        <p:txBody>
          <a:bodyPr/>
          <a:lstStyle/>
          <a:p>
            <a:fld id="{77D8454A-404F-4DF1-8F43-7DDF83BF3B63}" type="slidenum">
              <a:rPr kumimoji="1" lang="en-US" altLang="ja-JP" smtClean="0"/>
              <a:pPr/>
              <a:t>5</a:t>
            </a:fld>
            <a:endParaRPr kumimoji="1" lang="ja-JP"/>
          </a:p>
        </p:txBody>
      </p:sp>
    </p:spTree>
    <p:extLst>
      <p:ext uri="{BB962C8B-B14F-4D97-AF65-F5344CB8AC3E}">
        <p14:creationId xmlns:p14="http://schemas.microsoft.com/office/powerpoint/2010/main" val="26141698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kumimoji="1" lang="ja-JP"/>
          </a:p>
        </p:txBody>
      </p:sp>
      <p:sp>
        <p:nvSpPr>
          <p:cNvPr id="4" name="Slide Number Placeholder 3"/>
          <p:cNvSpPr>
            <a:spLocks noGrp="1"/>
          </p:cNvSpPr>
          <p:nvPr>
            <p:ph type="sldNum" sz="quarter" idx="10"/>
          </p:nvPr>
        </p:nvSpPr>
        <p:spPr/>
        <p:txBody>
          <a:bodyPr/>
          <a:lstStyle/>
          <a:p>
            <a:fld id="{77D8454A-404F-4DF1-8F43-7DDF83BF3B63}" type="slidenum">
              <a:rPr kumimoji="1" lang="en-US" altLang="ja-JP" smtClean="0"/>
              <a:pPr/>
              <a:t>6</a:t>
            </a:fld>
            <a:endParaRPr kumimoji="1" lang="ja-JP"/>
          </a:p>
        </p:txBody>
      </p:sp>
    </p:spTree>
    <p:extLst>
      <p:ext uri="{BB962C8B-B14F-4D97-AF65-F5344CB8AC3E}">
        <p14:creationId xmlns:p14="http://schemas.microsoft.com/office/powerpoint/2010/main" val="21603014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p:sp>
      <p:sp>
        <p:nvSpPr>
          <p:cNvPr id="3" name="ノート プレースホルダ 2"/>
          <p:cNvSpPr>
            <a:spLocks noGrp="1"/>
          </p:cNvSpPr>
          <p:nvPr>
            <p:ph type="body" idx="1"/>
          </p:nvPr>
        </p:nvSpPr>
        <p:spPr/>
        <p:txBody>
          <a:bodyPr>
            <a:normAutofit/>
          </a:bodyPr>
          <a:lstStyle/>
          <a:p>
            <a:endParaRPr kumimoji="1" lang="ja-JP" altLang="en-US"/>
          </a:p>
        </p:txBody>
      </p:sp>
      <p:sp>
        <p:nvSpPr>
          <p:cNvPr id="4" name="スライド番号プレースホルダ 3"/>
          <p:cNvSpPr>
            <a:spLocks noGrp="1"/>
          </p:cNvSpPr>
          <p:nvPr>
            <p:ph type="sldNum" sz="quarter" idx="10"/>
          </p:nvPr>
        </p:nvSpPr>
        <p:spPr/>
        <p:txBody>
          <a:bodyPr/>
          <a:lstStyle/>
          <a:p>
            <a:fld id="{77D8454A-404F-4DF1-8F43-7DDF83BF3B63}" type="slidenum">
              <a:rPr lang="en-US" altLang="ja-JP" smtClean="0"/>
              <a:pPr/>
              <a:t>7</a:t>
            </a:fld>
            <a:endParaRPr kumimoji="1" lang="ja-JP" altLang="en-US"/>
          </a:p>
        </p:txBody>
      </p:sp>
    </p:spTree>
    <p:extLst>
      <p:ext uri="{BB962C8B-B14F-4D97-AF65-F5344CB8AC3E}">
        <p14:creationId xmlns:p14="http://schemas.microsoft.com/office/powerpoint/2010/main" val="4020319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p:sp>
      <p:sp>
        <p:nvSpPr>
          <p:cNvPr id="3" name="ノート プレースホルダ 2"/>
          <p:cNvSpPr>
            <a:spLocks noGrp="1"/>
          </p:cNvSpPr>
          <p:nvPr>
            <p:ph type="body" idx="1"/>
          </p:nvPr>
        </p:nvSpPr>
        <p:spPr/>
        <p:txBody>
          <a:bodyPr>
            <a:normAutofit/>
          </a:bodyPr>
          <a:lstStyle/>
          <a:p>
            <a:endParaRPr kumimoji="1" lang="ja-JP" altLang="en-US"/>
          </a:p>
        </p:txBody>
      </p:sp>
      <p:sp>
        <p:nvSpPr>
          <p:cNvPr id="4" name="スライド番号プレースホルダ 3"/>
          <p:cNvSpPr>
            <a:spLocks noGrp="1"/>
          </p:cNvSpPr>
          <p:nvPr>
            <p:ph type="sldNum" sz="quarter" idx="10"/>
          </p:nvPr>
        </p:nvSpPr>
        <p:spPr/>
        <p:txBody>
          <a:bodyPr/>
          <a:lstStyle/>
          <a:p>
            <a:fld id="{77D8454A-404F-4DF1-8F43-7DDF83BF3B63}" type="slidenum">
              <a:rPr lang="en-US" altLang="ja-JP" smtClean="0"/>
              <a:pPr/>
              <a:t>8</a:t>
            </a:fld>
            <a:endParaRPr kumimoji="1" lang="ja-JP" altLang="en-US"/>
          </a:p>
        </p:txBody>
      </p:sp>
    </p:spTree>
    <p:extLst>
      <p:ext uri="{BB962C8B-B14F-4D97-AF65-F5344CB8AC3E}">
        <p14:creationId xmlns:p14="http://schemas.microsoft.com/office/powerpoint/2010/main" val="59205898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p:sp>
      <p:sp>
        <p:nvSpPr>
          <p:cNvPr id="3" name="ノート プレースホルダ 2"/>
          <p:cNvSpPr>
            <a:spLocks noGrp="1"/>
          </p:cNvSpPr>
          <p:nvPr>
            <p:ph type="body" idx="1"/>
          </p:nvPr>
        </p:nvSpPr>
        <p:spPr/>
        <p:txBody>
          <a:bodyPr>
            <a:normAutofit/>
          </a:bodyPr>
          <a:lstStyle/>
          <a:p>
            <a:endParaRPr kumimoji="1" lang="ja-JP" altLang="en-US"/>
          </a:p>
        </p:txBody>
      </p:sp>
      <p:sp>
        <p:nvSpPr>
          <p:cNvPr id="4" name="スライド番号プレースホルダ 3"/>
          <p:cNvSpPr>
            <a:spLocks noGrp="1"/>
          </p:cNvSpPr>
          <p:nvPr>
            <p:ph type="sldNum" sz="quarter" idx="10"/>
          </p:nvPr>
        </p:nvSpPr>
        <p:spPr/>
        <p:txBody>
          <a:bodyPr/>
          <a:lstStyle/>
          <a:p>
            <a:fld id="{77D8454A-404F-4DF1-8F43-7DDF83BF3B63}" type="slidenum">
              <a:rPr lang="en-US" altLang="ja-JP" smtClean="0"/>
              <a:pPr/>
              <a:t>9</a:t>
            </a:fld>
            <a:endParaRPr kumimoji="1" lang="ja-JP" altLang="en-US"/>
          </a:p>
        </p:txBody>
      </p:sp>
    </p:spTree>
    <p:extLst>
      <p:ext uri="{BB962C8B-B14F-4D97-AF65-F5344CB8AC3E}">
        <p14:creationId xmlns:p14="http://schemas.microsoft.com/office/powerpoint/2010/main" val="4278755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p:sp>
      <p:sp>
        <p:nvSpPr>
          <p:cNvPr id="3" name="ノート プレースホルダ 2"/>
          <p:cNvSpPr>
            <a:spLocks noGrp="1"/>
          </p:cNvSpPr>
          <p:nvPr>
            <p:ph type="body" idx="1"/>
          </p:nvPr>
        </p:nvSpPr>
        <p:spPr/>
        <p:txBody>
          <a:bodyPr>
            <a:normAutofit/>
          </a:bodyPr>
          <a:lstStyle/>
          <a:p>
            <a:endParaRPr kumimoji="1" lang="ja-JP" altLang="en-US"/>
          </a:p>
        </p:txBody>
      </p:sp>
      <p:sp>
        <p:nvSpPr>
          <p:cNvPr id="4" name="スライド番号プレースホルダ 3"/>
          <p:cNvSpPr>
            <a:spLocks noGrp="1"/>
          </p:cNvSpPr>
          <p:nvPr>
            <p:ph type="sldNum" sz="quarter" idx="10"/>
          </p:nvPr>
        </p:nvSpPr>
        <p:spPr/>
        <p:txBody>
          <a:bodyPr/>
          <a:lstStyle/>
          <a:p>
            <a:fld id="{77D8454A-404F-4DF1-8F43-7DDF83BF3B63}" type="slidenum">
              <a:rPr lang="en-US" altLang="ja-JP" smtClean="0"/>
              <a:pPr/>
              <a:t>10</a:t>
            </a:fld>
            <a:endParaRPr kumimoji="1" lang="ja-JP" altLang="en-US"/>
          </a:p>
        </p:txBody>
      </p:sp>
    </p:spTree>
    <p:extLst>
      <p:ext uri="{BB962C8B-B14F-4D97-AF65-F5344CB8AC3E}">
        <p14:creationId xmlns:p14="http://schemas.microsoft.com/office/powerpoint/2010/main" val="16529354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kumimoji="1" lang="ja-JP"/>
          </a:p>
        </p:txBody>
      </p:sp>
      <p:sp>
        <p:nvSpPr>
          <p:cNvPr id="4" name="Slide Number Placeholder 3"/>
          <p:cNvSpPr>
            <a:spLocks noGrp="1"/>
          </p:cNvSpPr>
          <p:nvPr>
            <p:ph type="sldNum" sz="quarter" idx="10"/>
          </p:nvPr>
        </p:nvSpPr>
        <p:spPr/>
        <p:txBody>
          <a:bodyPr/>
          <a:lstStyle/>
          <a:p>
            <a:fld id="{77D8454A-404F-4DF1-8F43-7DDF83BF3B63}" type="slidenum">
              <a:rPr kumimoji="1" lang="en-US" altLang="ja-JP" smtClean="0"/>
              <a:pPr/>
              <a:t>11</a:t>
            </a:fld>
            <a:endParaRPr kumimoji="1" lang="ja-JP"/>
          </a:p>
        </p:txBody>
      </p:sp>
    </p:spTree>
    <p:extLst>
      <p:ext uri="{BB962C8B-B14F-4D97-AF65-F5344CB8AC3E}">
        <p14:creationId xmlns:p14="http://schemas.microsoft.com/office/powerpoint/2010/main" val="83868556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kumimoji="1" lang="ja-JP"/>
          </a:p>
        </p:txBody>
      </p:sp>
      <p:sp>
        <p:nvSpPr>
          <p:cNvPr id="4" name="Slide Number Placeholder 3"/>
          <p:cNvSpPr>
            <a:spLocks noGrp="1"/>
          </p:cNvSpPr>
          <p:nvPr>
            <p:ph type="sldNum" sz="quarter" idx="10"/>
          </p:nvPr>
        </p:nvSpPr>
        <p:spPr/>
        <p:txBody>
          <a:bodyPr/>
          <a:lstStyle/>
          <a:p>
            <a:fld id="{77D8454A-404F-4DF1-8F43-7DDF83BF3B63}" type="slidenum">
              <a:rPr kumimoji="1" lang="en-US" altLang="ja-JP" smtClean="0"/>
              <a:pPr/>
              <a:t>12</a:t>
            </a:fld>
            <a:endParaRPr kumimoji="1" lang="ja-JP"/>
          </a:p>
        </p:txBody>
      </p:sp>
    </p:spTree>
    <p:extLst>
      <p:ext uri="{BB962C8B-B14F-4D97-AF65-F5344CB8AC3E}">
        <p14:creationId xmlns:p14="http://schemas.microsoft.com/office/powerpoint/2010/main" val="213189612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kumimoji="1" lang="ja-JP"/>
          </a:p>
        </p:txBody>
      </p:sp>
      <p:sp>
        <p:nvSpPr>
          <p:cNvPr id="4" name="Slide Number Placeholder 3"/>
          <p:cNvSpPr>
            <a:spLocks noGrp="1"/>
          </p:cNvSpPr>
          <p:nvPr>
            <p:ph type="sldNum" sz="quarter" idx="10"/>
          </p:nvPr>
        </p:nvSpPr>
        <p:spPr/>
        <p:txBody>
          <a:bodyPr/>
          <a:lstStyle/>
          <a:p>
            <a:fld id="{77D8454A-404F-4DF1-8F43-7DDF83BF3B63}" type="slidenum">
              <a:rPr kumimoji="1" lang="en-US" altLang="ja-JP" smtClean="0"/>
              <a:pPr/>
              <a:t>13</a:t>
            </a:fld>
            <a:endParaRPr kumimoji="1" lang="ja-JP"/>
          </a:p>
        </p:txBody>
      </p:sp>
    </p:spTree>
    <p:extLst>
      <p:ext uri="{BB962C8B-B14F-4D97-AF65-F5344CB8AC3E}">
        <p14:creationId xmlns:p14="http://schemas.microsoft.com/office/powerpoint/2010/main" val="29802982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1.xml"/><Relationship Id="rId1" Type="http://schemas.openxmlformats.org/officeDocument/2006/relationships/vmlDrawing" Target="../drawings/vmlDrawing1.vml"/><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vmlDrawing" Target="../drawings/vmlDrawing2.v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7" name="Isosceles Triangle 6"/>
          <p:cNvSpPr/>
          <p:nvPr/>
        </p:nvSpPr>
        <p:spPr>
          <a:xfrm rot="16200000">
            <a:off x="7554353" y="5254283"/>
            <a:ext cx="1892949" cy="1294228"/>
          </a:xfrm>
          <a:prstGeom prst="triangle">
            <a:avLst>
              <a:gd name="adj" fmla="val 51323"/>
            </a:avLst>
          </a:prstGeom>
          <a:gradFill flip="none" rotWithShape="1">
            <a:gsLst>
              <a:gs pos="0">
                <a:schemeClr val="accent1">
                  <a:shade val="30000"/>
                  <a:satMod val="155000"/>
                  <a:alpha val="100000"/>
                </a:schemeClr>
              </a:gs>
              <a:gs pos="60000">
                <a:schemeClr val="accent1">
                  <a:satMod val="160000"/>
                  <a:alpha val="100000"/>
                </a:schemeClr>
              </a:gs>
              <a:gs pos="100000">
                <a:schemeClr val="accent1">
                  <a:tint val="70000"/>
                  <a:satMod val="200000"/>
                  <a:alpha val="100000"/>
                </a:schemeClr>
              </a:gs>
            </a:gsLst>
            <a:lin ang="155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1" lang="ja-JP"/>
          </a:p>
        </p:txBody>
      </p:sp>
      <p:sp>
        <p:nvSpPr>
          <p:cNvPr id="8" name="Title 7"/>
          <p:cNvSpPr>
            <a:spLocks noGrp="1"/>
          </p:cNvSpPr>
          <p:nvPr>
            <p:ph type="ctrTitle"/>
          </p:nvPr>
        </p:nvSpPr>
        <p:spPr>
          <a:xfrm>
            <a:off x="540544" y="776288"/>
            <a:ext cx="8062912" cy="1470025"/>
          </a:xfrm>
        </p:spPr>
        <p:txBody>
          <a:bodyPr anchor="b">
            <a:normAutofit/>
          </a:bodyPr>
          <a:lstStyle>
            <a:lvl1pPr algn="r" latinLnBrk="0">
              <a:defRPr kumimoji="1" lang="ja-JP" sz="4400"/>
            </a:lvl1pPr>
          </a:lstStyle>
          <a:p>
            <a:r>
              <a:rPr kumimoji="1" lang="ja-JP" altLang="en-US" smtClean="0"/>
              <a:t>マスター タイトルの書式設定</a:t>
            </a:r>
            <a:endParaRPr kumimoji="1" lang="ja-JP"/>
          </a:p>
        </p:txBody>
      </p:sp>
      <p:sp>
        <p:nvSpPr>
          <p:cNvPr id="9" name="Subtitle 8"/>
          <p:cNvSpPr>
            <a:spLocks noGrp="1"/>
          </p:cNvSpPr>
          <p:nvPr>
            <p:ph type="subTitle" idx="1"/>
          </p:nvPr>
        </p:nvSpPr>
        <p:spPr>
          <a:xfrm>
            <a:off x="540544" y="2250280"/>
            <a:ext cx="8062912" cy="2169320"/>
          </a:xfrm>
        </p:spPr>
        <p:txBody>
          <a:bodyPr>
            <a:normAutofit/>
          </a:bodyPr>
          <a:lstStyle>
            <a:lvl1pPr marL="0" marR="36576" indent="0" algn="r" latinLnBrk="0">
              <a:spcBef>
                <a:spcPts val="0"/>
              </a:spcBef>
              <a:buNone/>
              <a:defRPr kumimoji="1" lang="ja-JP" sz="2400">
                <a:ln>
                  <a:noFill/>
                </a:ln>
                <a:solidFill>
                  <a:schemeClr val="tx2">
                    <a:lumMod val="60000"/>
                    <a:lumOff val="4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1" lang="ja-JP" altLang="en-US" smtClean="0"/>
              <a:t>マスター サブタイトルの書式設定</a:t>
            </a:r>
            <a:endParaRPr kumimoji="1" lang="ja-JP"/>
          </a:p>
        </p:txBody>
      </p:sp>
      <p:sp>
        <p:nvSpPr>
          <p:cNvPr id="28" name="Date Placeholder 27"/>
          <p:cNvSpPr>
            <a:spLocks noGrp="1"/>
          </p:cNvSpPr>
          <p:nvPr>
            <p:ph type="dt" sz="half" idx="10"/>
          </p:nvPr>
        </p:nvSpPr>
        <p:spPr>
          <a:xfrm>
            <a:off x="1371600" y="6012656"/>
            <a:ext cx="5791200" cy="365125"/>
          </a:xfrm>
        </p:spPr>
        <p:txBody>
          <a:bodyPr tIns="0" bIns="0" anchor="t"/>
          <a:lstStyle>
            <a:lvl1pPr algn="r" latinLnBrk="0">
              <a:defRPr kumimoji="1" lang="ja-JP" sz="1000"/>
            </a:lvl1pPr>
          </a:lstStyle>
          <a:p>
            <a:fld id="{71BF1CCF-7666-4D44-83CF-B1D9081B196F}" type="datetime1">
              <a:rPr lang="ja-JP" altLang="en-US"/>
              <a:pPr/>
              <a:t>2015/10/23</a:t>
            </a:fld>
            <a:endParaRPr kumimoji="1" lang="ja-JP"/>
          </a:p>
        </p:txBody>
      </p:sp>
      <p:sp>
        <p:nvSpPr>
          <p:cNvPr id="17" name="Footer Placeholder 16"/>
          <p:cNvSpPr>
            <a:spLocks noGrp="1"/>
          </p:cNvSpPr>
          <p:nvPr>
            <p:ph type="ftr" sz="quarter" idx="11"/>
          </p:nvPr>
        </p:nvSpPr>
        <p:spPr>
          <a:xfrm>
            <a:off x="1371600" y="5650704"/>
            <a:ext cx="5791200" cy="365125"/>
          </a:xfrm>
        </p:spPr>
        <p:txBody>
          <a:bodyPr tIns="0" bIns="0" anchor="b"/>
          <a:lstStyle>
            <a:lvl1pPr algn="r" latinLnBrk="0">
              <a:defRPr kumimoji="1" lang="ja-JP" sz="1100"/>
            </a:lvl1pPr>
          </a:lstStyle>
          <a:p>
            <a:r>
              <a:rPr kumimoji="1" lang="ja-JP"/>
              <a:t>自社のロゴ</a:t>
            </a:r>
          </a:p>
        </p:txBody>
      </p:sp>
      <p:sp>
        <p:nvSpPr>
          <p:cNvPr id="29" name="Slide Number Placeholder 28"/>
          <p:cNvSpPr>
            <a:spLocks noGrp="1"/>
          </p:cNvSpPr>
          <p:nvPr>
            <p:ph type="sldNum" sz="quarter" idx="12"/>
          </p:nvPr>
        </p:nvSpPr>
        <p:spPr>
          <a:xfrm>
            <a:off x="8392247" y="5752307"/>
            <a:ext cx="502920" cy="365125"/>
          </a:xfrm>
        </p:spPr>
        <p:txBody>
          <a:bodyPr anchor="ctr"/>
          <a:lstStyle>
            <a:lvl1pPr algn="ctr" latinLnBrk="0">
              <a:defRPr kumimoji="1" lang="ja-JP" sz="1300">
                <a:solidFill>
                  <a:srgbClr val="FFFFFF"/>
                </a:solidFill>
              </a:defRPr>
            </a:lvl1pPr>
          </a:lstStyle>
          <a:p>
            <a:fld id="{746FD205-8D79-439C-A802-2377436AEC8A}" type="slidenum">
              <a:rPr/>
              <a:pPr/>
              <a:t>‹#›</a:t>
            </a:fld>
            <a:endParaRPr kumimoji="1" lang="ja-JP"/>
          </a:p>
        </p:txBody>
      </p:sp>
      <p:graphicFrame>
        <p:nvGraphicFramePr>
          <p:cNvPr id="10" name="Object 15"/>
          <p:cNvGraphicFramePr>
            <a:graphicFrameLocks noChangeAspect="1"/>
          </p:cNvGraphicFramePr>
          <p:nvPr userDrawn="1">
            <p:extLst>
              <p:ext uri="{D42A27DB-BD31-4B8C-83A1-F6EECF244321}">
                <p14:modId xmlns:p14="http://schemas.microsoft.com/office/powerpoint/2010/main" val="3251387382"/>
              </p:ext>
            </p:extLst>
          </p:nvPr>
        </p:nvGraphicFramePr>
        <p:xfrm>
          <a:off x="179512" y="6309320"/>
          <a:ext cx="604838" cy="390525"/>
        </p:xfrm>
        <a:graphic>
          <a:graphicData uri="http://schemas.openxmlformats.org/presentationml/2006/ole">
            <mc:AlternateContent xmlns:mc="http://schemas.openxmlformats.org/markup-compatibility/2006">
              <mc:Choice xmlns:v="urn:schemas-microsoft-com:vml" Requires="v">
                <p:oleObj spid="_x0000_s1061" name="Photo Editor 写真" r:id="rId3" imgW="752381" imgH="485586" progId="">
                  <p:embed/>
                </p:oleObj>
              </mc:Choice>
              <mc:Fallback>
                <p:oleObj name="Photo Editor 写真" r:id="rId3" imgW="752381" imgH="485586" progId="">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9512" y="6309320"/>
                        <a:ext cx="604838" cy="390525"/>
                      </a:xfrm>
                      <a:prstGeom prst="rect">
                        <a:avLst/>
                      </a:prstGeom>
                      <a:noFill/>
                      <a:ln>
                        <a:noFill/>
                      </a:ln>
                      <a:effectLst/>
                      <a:extLst/>
                    </p:spPr>
                  </p:pic>
                </p:oleObj>
              </mc:Fallback>
            </mc:AlternateContent>
          </a:graphicData>
        </a:graphic>
      </p:graphicFrame>
      <p:sp>
        <p:nvSpPr>
          <p:cNvPr id="11" name="Text Box 5"/>
          <p:cNvSpPr txBox="1">
            <a:spLocks noChangeArrowheads="1"/>
          </p:cNvSpPr>
          <p:nvPr userDrawn="1"/>
        </p:nvSpPr>
        <p:spPr bwMode="auto">
          <a:xfrm>
            <a:off x="3793231" y="6722609"/>
            <a:ext cx="5205113" cy="138499"/>
          </a:xfrm>
          <a:prstGeom prst="rect">
            <a:avLst/>
          </a:prstGeom>
          <a:noFill/>
          <a:ln w="9525">
            <a:noFill/>
            <a:miter lim="800000"/>
            <a:headEnd/>
            <a:tailEnd/>
          </a:ln>
          <a:effectLst/>
        </p:spPr>
        <p:txBody>
          <a:bodyPr wrap="square" lIns="0" tIns="0" rIns="0" bIns="0">
            <a:sp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ja-JP" sz="900" dirty="0" smtClean="0">
                <a:solidFill>
                  <a:schemeClr val="tx1">
                    <a:lumMod val="50000"/>
                    <a:lumOff val="50000"/>
                  </a:schemeClr>
                </a:solidFill>
                <a:latin typeface="メイリオ" pitchFamily="50" charset="-128"/>
                <a:ea typeface="メイリオ" pitchFamily="50" charset="-128"/>
                <a:cs typeface="メイリオ" pitchFamily="50" charset="-128"/>
              </a:rPr>
              <a:t>Copyright</a:t>
            </a:r>
            <a:r>
              <a:rPr lang="ja-JP" altLang="en-US" sz="900" dirty="0" smtClean="0">
                <a:solidFill>
                  <a:schemeClr val="tx1">
                    <a:lumMod val="50000"/>
                    <a:lumOff val="50000"/>
                  </a:schemeClr>
                </a:solidFill>
                <a:latin typeface="メイリオ" pitchFamily="50" charset="-128"/>
                <a:ea typeface="メイリオ" pitchFamily="50" charset="-128"/>
                <a:cs typeface="メイリオ" pitchFamily="50" charset="-128"/>
              </a:rPr>
              <a:t> Ⓒ </a:t>
            </a:r>
            <a:r>
              <a:rPr lang="en-US" altLang="ja-JP" sz="900" dirty="0" smtClean="0">
                <a:solidFill>
                  <a:schemeClr val="tx1">
                    <a:lumMod val="50000"/>
                    <a:lumOff val="50000"/>
                  </a:schemeClr>
                </a:solidFill>
                <a:latin typeface="メイリオ" pitchFamily="50" charset="-128"/>
                <a:ea typeface="メイリオ" pitchFamily="50" charset="-128"/>
                <a:cs typeface="メイリオ" pitchFamily="50" charset="-128"/>
              </a:rPr>
              <a:t>2015</a:t>
            </a:r>
            <a:r>
              <a:rPr kumimoji="0" lang="en-US" altLang="ja-JP" sz="900" dirty="0" smtClean="0">
                <a:solidFill>
                  <a:schemeClr val="tx1">
                    <a:lumMod val="50000"/>
                    <a:lumOff val="50000"/>
                  </a:schemeClr>
                </a:solidFill>
                <a:latin typeface="メイリオ" pitchFamily="50" charset="-128"/>
                <a:ea typeface="メイリオ" pitchFamily="50" charset="-128"/>
                <a:cs typeface="メイリオ" pitchFamily="50" charset="-128"/>
              </a:rPr>
              <a:t> </a:t>
            </a:r>
            <a:r>
              <a:rPr lang="en-US" altLang="ja-JP" sz="900" dirty="0" smtClean="0">
                <a:solidFill>
                  <a:schemeClr val="tx1">
                    <a:lumMod val="50000"/>
                    <a:lumOff val="50000"/>
                  </a:schemeClr>
                </a:solidFill>
                <a:latin typeface="メイリオ" pitchFamily="50" charset="-128"/>
                <a:ea typeface="メイリオ" pitchFamily="50" charset="-128"/>
                <a:cs typeface="メイリオ" pitchFamily="50" charset="-128"/>
              </a:rPr>
              <a:t>Kobe Digital </a:t>
            </a:r>
            <a:r>
              <a:rPr lang="en-US" altLang="ja-JP" sz="900" dirty="0" err="1" smtClean="0">
                <a:solidFill>
                  <a:schemeClr val="tx1">
                    <a:lumMod val="50000"/>
                    <a:lumOff val="50000"/>
                  </a:schemeClr>
                </a:solidFill>
                <a:latin typeface="メイリオ" pitchFamily="50" charset="-128"/>
                <a:ea typeface="メイリオ" pitchFamily="50" charset="-128"/>
                <a:cs typeface="メイリオ" pitchFamily="50" charset="-128"/>
              </a:rPr>
              <a:t>Labo</a:t>
            </a:r>
            <a:r>
              <a:rPr lang="en-US" altLang="ja-JP" sz="900" dirty="0" smtClean="0">
                <a:solidFill>
                  <a:schemeClr val="tx1">
                    <a:lumMod val="50000"/>
                    <a:lumOff val="50000"/>
                  </a:schemeClr>
                </a:solidFill>
                <a:latin typeface="メイリオ" pitchFamily="50" charset="-128"/>
                <a:ea typeface="メイリオ" pitchFamily="50" charset="-128"/>
                <a:cs typeface="メイリオ" pitchFamily="50" charset="-128"/>
              </a:rPr>
              <a:t> , Inc. All rights Reserved</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タイトルと内容">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524000"/>
            <a:ext cx="8229600" cy="4648200"/>
          </a:xfrm>
        </p:spPr>
        <p:txBody>
          <a:bodyPr/>
          <a:lstStyle/>
          <a:p>
            <a:pPr lvl="0" eaLnBrk="1" latinLnBrk="0" hangingPunct="1"/>
            <a:r>
              <a:rPr kumimoji="1" lang="ja-JP" altLang="en-US" smtClean="0"/>
              <a:t>マスター テキストの書式設定</a:t>
            </a:r>
          </a:p>
          <a:p>
            <a:pPr lvl="1" eaLnBrk="1" latinLnBrk="0" hangingPunct="1"/>
            <a:r>
              <a:rPr kumimoji="1" lang="ja-JP" altLang="en-US" smtClean="0"/>
              <a:t>第 </a:t>
            </a:r>
            <a:r>
              <a:rPr kumimoji="1" lang="en-US" altLang="ja-JP" smtClean="0"/>
              <a:t>2 </a:t>
            </a:r>
            <a:r>
              <a:rPr kumimoji="1" lang="ja-JP" altLang="en-US" smtClean="0"/>
              <a:t>レベル</a:t>
            </a:r>
          </a:p>
          <a:p>
            <a:pPr lvl="2" eaLnBrk="1" latinLnBrk="0" hangingPunct="1"/>
            <a:r>
              <a:rPr kumimoji="1" lang="ja-JP" altLang="en-US" smtClean="0"/>
              <a:t>第 </a:t>
            </a:r>
            <a:r>
              <a:rPr kumimoji="1" lang="en-US" altLang="ja-JP" smtClean="0"/>
              <a:t>3 </a:t>
            </a:r>
            <a:r>
              <a:rPr kumimoji="1" lang="ja-JP" altLang="en-US" smtClean="0"/>
              <a:t>レベル</a:t>
            </a:r>
          </a:p>
          <a:p>
            <a:pPr lvl="3" eaLnBrk="1" latinLnBrk="0" hangingPunct="1"/>
            <a:r>
              <a:rPr kumimoji="1" lang="ja-JP" altLang="en-US" smtClean="0"/>
              <a:t>第 </a:t>
            </a:r>
            <a:r>
              <a:rPr kumimoji="1" lang="en-US" altLang="ja-JP" smtClean="0"/>
              <a:t>4 </a:t>
            </a:r>
            <a:r>
              <a:rPr kumimoji="1" lang="ja-JP" altLang="en-US" smtClean="0"/>
              <a:t>レベル</a:t>
            </a:r>
          </a:p>
          <a:p>
            <a:pPr lvl="4" eaLnBrk="1" latinLnBrk="0" hangingPunct="1"/>
            <a:r>
              <a:rPr kumimoji="1" lang="ja-JP" altLang="en-US" smtClean="0"/>
              <a:t>第 </a:t>
            </a:r>
            <a:r>
              <a:rPr kumimoji="1" lang="en-US" altLang="ja-JP" smtClean="0"/>
              <a:t>5 </a:t>
            </a:r>
            <a:r>
              <a:rPr kumimoji="1" lang="ja-JP" altLang="en-US" smtClean="0"/>
              <a:t>レベル</a:t>
            </a:r>
            <a:endParaRPr kumimoji="1" lang="ja-JP"/>
          </a:p>
        </p:txBody>
      </p:sp>
      <p:sp>
        <p:nvSpPr>
          <p:cNvPr id="7" name="Title 6"/>
          <p:cNvSpPr>
            <a:spLocks noGrp="1"/>
          </p:cNvSpPr>
          <p:nvPr>
            <p:ph type="title"/>
          </p:nvPr>
        </p:nvSpPr>
        <p:spPr/>
        <p:txBody>
          <a:bodyPr/>
          <a:lstStyle/>
          <a:p>
            <a:r>
              <a:rPr kumimoji="1" lang="ja-JP" altLang="en-US" smtClean="0"/>
              <a:t>マスター タイトルの書式設定</a:t>
            </a:r>
            <a:endParaRPr kumimoji="1" lang="ja-JP"/>
          </a:p>
        </p:txBody>
      </p:sp>
      <p:sp>
        <p:nvSpPr>
          <p:cNvPr id="10" name="Date Placeholder 9"/>
          <p:cNvSpPr>
            <a:spLocks noGrp="1"/>
          </p:cNvSpPr>
          <p:nvPr>
            <p:ph type="dt" sz="half" idx="10"/>
          </p:nvPr>
        </p:nvSpPr>
        <p:spPr/>
        <p:txBody>
          <a:bodyPr/>
          <a:lstStyle/>
          <a:p>
            <a:fld id="{075BA6BE-7F97-411F-9CC5-5AB35133F2B3}" type="datetime1">
              <a:rPr lang="ja-JP" altLang="en-US"/>
              <a:pPr/>
              <a:t>2015/10/23</a:t>
            </a:fld>
            <a:endParaRPr kumimoji="1" lang="ja-JP"/>
          </a:p>
        </p:txBody>
      </p:sp>
      <p:sp>
        <p:nvSpPr>
          <p:cNvPr id="11" name="Slide Number Placeholder 10"/>
          <p:cNvSpPr>
            <a:spLocks noGrp="1"/>
          </p:cNvSpPr>
          <p:nvPr>
            <p:ph type="sldNum" sz="quarter" idx="11"/>
          </p:nvPr>
        </p:nvSpPr>
        <p:spPr/>
        <p:txBody>
          <a:bodyPr/>
          <a:lstStyle/>
          <a:p>
            <a:fld id="{746FD205-8D79-439C-A802-2377436AEC8A}" type="slidenum">
              <a:rPr/>
              <a:pPr/>
              <a:t>‹#›</a:t>
            </a:fld>
            <a:endParaRPr kumimoji="1" lang="ja-JP"/>
          </a:p>
        </p:txBody>
      </p:sp>
      <p:sp>
        <p:nvSpPr>
          <p:cNvPr id="12" name="Footer Placeholder 11"/>
          <p:cNvSpPr>
            <a:spLocks noGrp="1"/>
          </p:cNvSpPr>
          <p:nvPr>
            <p:ph type="ftr" sz="quarter" idx="12"/>
          </p:nvPr>
        </p:nvSpPr>
        <p:spPr/>
        <p:txBody>
          <a:bodyPr/>
          <a:lstStyle/>
          <a:p>
            <a:r>
              <a:rPr kumimoji="1" lang="ja-JP"/>
              <a:t>自社のロゴ</a:t>
            </a:r>
          </a:p>
        </p:txBody>
      </p:sp>
      <p:graphicFrame>
        <p:nvGraphicFramePr>
          <p:cNvPr id="8" name="Object 15"/>
          <p:cNvGraphicFramePr>
            <a:graphicFrameLocks noChangeAspect="1"/>
          </p:cNvGraphicFramePr>
          <p:nvPr userDrawn="1">
            <p:extLst>
              <p:ext uri="{D42A27DB-BD31-4B8C-83A1-F6EECF244321}">
                <p14:modId xmlns:p14="http://schemas.microsoft.com/office/powerpoint/2010/main" val="3251387382"/>
              </p:ext>
            </p:extLst>
          </p:nvPr>
        </p:nvGraphicFramePr>
        <p:xfrm>
          <a:off x="179512" y="6309320"/>
          <a:ext cx="604838" cy="390525"/>
        </p:xfrm>
        <a:graphic>
          <a:graphicData uri="http://schemas.openxmlformats.org/presentationml/2006/ole">
            <mc:AlternateContent xmlns:mc="http://schemas.openxmlformats.org/markup-compatibility/2006">
              <mc:Choice xmlns:v="urn:schemas-microsoft-com:vml" Requires="v">
                <p:oleObj spid="_x0000_s2085" name="Photo Editor 写真" r:id="rId3" imgW="752381" imgH="485586" progId="">
                  <p:embed/>
                </p:oleObj>
              </mc:Choice>
              <mc:Fallback>
                <p:oleObj name="Photo Editor 写真" r:id="rId3" imgW="752381" imgH="485586" progId="">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9512" y="6309320"/>
                        <a:ext cx="604838" cy="390525"/>
                      </a:xfrm>
                      <a:prstGeom prst="rect">
                        <a:avLst/>
                      </a:prstGeom>
                      <a:noFill/>
                      <a:ln>
                        <a:noFill/>
                      </a:ln>
                      <a:effectLst/>
                      <a:extLst/>
                    </p:spPr>
                  </p:pic>
                </p:oleObj>
              </mc:Fallback>
            </mc:AlternateContent>
          </a:graphicData>
        </a:graphic>
      </p:graphicFrame>
      <p:sp>
        <p:nvSpPr>
          <p:cNvPr id="9" name="Text Box 5"/>
          <p:cNvSpPr txBox="1">
            <a:spLocks noChangeArrowheads="1"/>
          </p:cNvSpPr>
          <p:nvPr userDrawn="1"/>
        </p:nvSpPr>
        <p:spPr bwMode="auto">
          <a:xfrm>
            <a:off x="3793231" y="6722609"/>
            <a:ext cx="5205113" cy="138499"/>
          </a:xfrm>
          <a:prstGeom prst="rect">
            <a:avLst/>
          </a:prstGeom>
          <a:noFill/>
          <a:ln w="9525">
            <a:noFill/>
            <a:miter lim="800000"/>
            <a:headEnd/>
            <a:tailEnd/>
          </a:ln>
          <a:effectLst/>
        </p:spPr>
        <p:txBody>
          <a:bodyPr wrap="square" lIns="0" tIns="0" rIns="0" bIns="0">
            <a:sp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ja-JP" sz="900" dirty="0" smtClean="0">
                <a:solidFill>
                  <a:schemeClr val="tx1">
                    <a:lumMod val="50000"/>
                    <a:lumOff val="50000"/>
                  </a:schemeClr>
                </a:solidFill>
                <a:latin typeface="メイリオ" pitchFamily="50" charset="-128"/>
                <a:ea typeface="メイリオ" pitchFamily="50" charset="-128"/>
                <a:cs typeface="メイリオ" pitchFamily="50" charset="-128"/>
              </a:rPr>
              <a:t>Copyright</a:t>
            </a:r>
            <a:r>
              <a:rPr lang="ja-JP" altLang="en-US" sz="900" dirty="0" smtClean="0">
                <a:solidFill>
                  <a:schemeClr val="tx1">
                    <a:lumMod val="50000"/>
                    <a:lumOff val="50000"/>
                  </a:schemeClr>
                </a:solidFill>
                <a:latin typeface="メイリオ" pitchFamily="50" charset="-128"/>
                <a:ea typeface="メイリオ" pitchFamily="50" charset="-128"/>
                <a:cs typeface="メイリオ" pitchFamily="50" charset="-128"/>
              </a:rPr>
              <a:t> Ⓒ </a:t>
            </a:r>
            <a:r>
              <a:rPr lang="en-US" altLang="ja-JP" sz="900" dirty="0" smtClean="0">
                <a:solidFill>
                  <a:schemeClr val="tx1">
                    <a:lumMod val="50000"/>
                    <a:lumOff val="50000"/>
                  </a:schemeClr>
                </a:solidFill>
                <a:latin typeface="メイリオ" pitchFamily="50" charset="-128"/>
                <a:ea typeface="メイリオ" pitchFamily="50" charset="-128"/>
                <a:cs typeface="メイリオ" pitchFamily="50" charset="-128"/>
              </a:rPr>
              <a:t>2015</a:t>
            </a:r>
            <a:r>
              <a:rPr kumimoji="0" lang="en-US" altLang="ja-JP" sz="900" dirty="0" smtClean="0">
                <a:solidFill>
                  <a:schemeClr val="tx1">
                    <a:lumMod val="50000"/>
                    <a:lumOff val="50000"/>
                  </a:schemeClr>
                </a:solidFill>
                <a:latin typeface="メイリオ" pitchFamily="50" charset="-128"/>
                <a:ea typeface="メイリオ" pitchFamily="50" charset="-128"/>
                <a:cs typeface="メイリオ" pitchFamily="50" charset="-128"/>
              </a:rPr>
              <a:t> </a:t>
            </a:r>
            <a:r>
              <a:rPr lang="en-US" altLang="ja-JP" sz="900" dirty="0" smtClean="0">
                <a:solidFill>
                  <a:schemeClr val="tx1">
                    <a:lumMod val="50000"/>
                    <a:lumOff val="50000"/>
                  </a:schemeClr>
                </a:solidFill>
                <a:latin typeface="メイリオ" pitchFamily="50" charset="-128"/>
                <a:ea typeface="メイリオ" pitchFamily="50" charset="-128"/>
                <a:cs typeface="メイリオ" pitchFamily="50" charset="-128"/>
              </a:rPr>
              <a:t>Kobe Digital </a:t>
            </a:r>
            <a:r>
              <a:rPr lang="en-US" altLang="ja-JP" sz="900" dirty="0" err="1" smtClean="0">
                <a:solidFill>
                  <a:schemeClr val="tx1">
                    <a:lumMod val="50000"/>
                    <a:lumOff val="50000"/>
                  </a:schemeClr>
                </a:solidFill>
                <a:latin typeface="メイリオ" pitchFamily="50" charset="-128"/>
                <a:ea typeface="メイリオ" pitchFamily="50" charset="-128"/>
                <a:cs typeface="メイリオ" pitchFamily="50" charset="-128"/>
              </a:rPr>
              <a:t>Labo</a:t>
            </a:r>
            <a:r>
              <a:rPr lang="en-US" altLang="ja-JP" sz="900" dirty="0" smtClean="0">
                <a:solidFill>
                  <a:schemeClr val="tx1">
                    <a:lumMod val="50000"/>
                    <a:lumOff val="50000"/>
                  </a:schemeClr>
                </a:solidFill>
                <a:latin typeface="メイリオ" pitchFamily="50" charset="-128"/>
                <a:ea typeface="メイリオ" pitchFamily="50" charset="-128"/>
                <a:cs typeface="メイリオ" pitchFamily="50" charset="-128"/>
              </a:rPr>
              <a:t> , Inc. All rights Reserved</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セクション ヘッダー">
    <p:spTree>
      <p:nvGrpSpPr>
        <p:cNvPr id="1" name=""/>
        <p:cNvGrpSpPr/>
        <p:nvPr/>
      </p:nvGrpSpPr>
      <p:grpSpPr>
        <a:xfrm>
          <a:off x="0" y="0"/>
          <a:ext cx="0" cy="0"/>
          <a:chOff x="0" y="0"/>
          <a:chExt cx="0" cy="0"/>
        </a:xfrm>
      </p:grpSpPr>
      <p:sp>
        <p:nvSpPr>
          <p:cNvPr id="9" name="Right Triangle 8"/>
          <p:cNvSpPr/>
          <p:nvPr/>
        </p:nvSpPr>
        <p:spPr>
          <a:xfrm flipV="1">
            <a:off x="7034" y="7034"/>
            <a:ext cx="9129932" cy="6836899"/>
          </a:xfrm>
          <a:prstGeom prst="rtTriangle">
            <a:avLst/>
          </a:prstGeom>
          <a:gradFill flip="none" rotWithShape="1">
            <a:gsLst>
              <a:gs pos="0">
                <a:schemeClr val="tx2">
                  <a:alpha val="10000"/>
                </a:schemeClr>
              </a:gs>
              <a:gs pos="70000">
                <a:schemeClr val="tx2">
                  <a:alpha val="8000"/>
                </a:schemeClr>
              </a:gs>
              <a:gs pos="100000">
                <a:schemeClr val="tx2">
                  <a:alpha val="1000"/>
                </a:schemeClr>
              </a:gs>
            </a:gsLst>
            <a:lin ang="80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algn="ctr" defTabSz="914400" eaLnBrk="1" latinLnBrk="0" hangingPunct="1"/>
            <a:endParaRPr kumimoji="1" lang="ja-JP" sz="1800" kern="1200">
              <a:solidFill>
                <a:schemeClr val="lt1"/>
              </a:solidFill>
              <a:latin typeface="+mn-lt"/>
              <a:ea typeface="+mn-ea"/>
              <a:cs typeface="+mn-cs"/>
            </a:endParaRPr>
          </a:p>
        </p:txBody>
      </p:sp>
      <p:sp>
        <p:nvSpPr>
          <p:cNvPr id="8" name="Isosceles Triangle 7"/>
          <p:cNvSpPr/>
          <p:nvPr/>
        </p:nvSpPr>
        <p:spPr>
          <a:xfrm rot="5400000" flipV="1">
            <a:off x="7554353" y="309490"/>
            <a:ext cx="1892949" cy="1294228"/>
          </a:xfrm>
          <a:prstGeom prst="triangle">
            <a:avLst>
              <a:gd name="adj" fmla="val 51323"/>
            </a:avLst>
          </a:prstGeom>
          <a:gradFill flip="none" rotWithShape="1">
            <a:gsLst>
              <a:gs pos="0">
                <a:schemeClr val="accent1">
                  <a:shade val="30000"/>
                  <a:satMod val="155000"/>
                  <a:alpha val="100000"/>
                </a:schemeClr>
              </a:gs>
              <a:gs pos="60000">
                <a:schemeClr val="accent1">
                  <a:satMod val="160000"/>
                  <a:alpha val="100000"/>
                </a:schemeClr>
              </a:gs>
              <a:gs pos="100000">
                <a:schemeClr val="accent1">
                  <a:tint val="70000"/>
                  <a:satMod val="200000"/>
                  <a:alpha val="100000"/>
                </a:schemeClr>
              </a:gs>
            </a:gsLst>
            <a:lin ang="155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1" lang="ja-JP"/>
          </a:p>
        </p:txBody>
      </p:sp>
      <p:sp>
        <p:nvSpPr>
          <p:cNvPr id="4" name="Date Placeholder 3"/>
          <p:cNvSpPr>
            <a:spLocks noGrp="1"/>
          </p:cNvSpPr>
          <p:nvPr>
            <p:ph type="dt" sz="half" idx="10"/>
          </p:nvPr>
        </p:nvSpPr>
        <p:spPr>
          <a:xfrm>
            <a:off x="6955632" y="6362700"/>
            <a:ext cx="2133600" cy="304800"/>
          </a:xfrm>
        </p:spPr>
        <p:txBody>
          <a:bodyPr/>
          <a:lstStyle/>
          <a:p>
            <a:fld id="{4C3E4E52-550E-4B84-9D4F-14979F5A0D6E}" type="datetime1">
              <a:rPr lang="ja-JP" altLang="en-US"/>
              <a:pPr/>
              <a:t>2015/10/23</a:t>
            </a:fld>
            <a:endParaRPr kumimoji="1" lang="ja-JP"/>
          </a:p>
        </p:txBody>
      </p:sp>
      <p:sp>
        <p:nvSpPr>
          <p:cNvPr id="5" name="Footer Placeholder 4"/>
          <p:cNvSpPr>
            <a:spLocks noGrp="1"/>
          </p:cNvSpPr>
          <p:nvPr>
            <p:ph type="ftr" sz="quarter" idx="11"/>
          </p:nvPr>
        </p:nvSpPr>
        <p:spPr>
          <a:xfrm>
            <a:off x="2619376" y="6366669"/>
            <a:ext cx="4260056" cy="300831"/>
          </a:xfrm>
        </p:spPr>
        <p:txBody>
          <a:bodyPr/>
          <a:lstStyle/>
          <a:p>
            <a:r>
              <a:rPr kumimoji="1" lang="ja-JP"/>
              <a:t>自社のロゴ</a:t>
            </a:r>
          </a:p>
        </p:txBody>
      </p:sp>
      <p:sp>
        <p:nvSpPr>
          <p:cNvPr id="6" name="Slide Number Placeholder 5"/>
          <p:cNvSpPr>
            <a:spLocks noGrp="1"/>
          </p:cNvSpPr>
          <p:nvPr>
            <p:ph type="sldNum" sz="quarter" idx="12"/>
          </p:nvPr>
        </p:nvSpPr>
        <p:spPr>
          <a:xfrm>
            <a:off x="8451056" y="809624"/>
            <a:ext cx="502920" cy="300831"/>
          </a:xfrm>
        </p:spPr>
        <p:txBody>
          <a:bodyPr/>
          <a:lstStyle/>
          <a:p>
            <a:fld id="{746FD205-8D79-439C-A802-2377436AEC8A}" type="slidenum">
              <a:rPr/>
              <a:pPr/>
              <a:t>‹#›</a:t>
            </a:fld>
            <a:endParaRPr kumimoji="1" lang="ja-JP"/>
          </a:p>
        </p:txBody>
      </p:sp>
      <p:cxnSp>
        <p:nvCxnSpPr>
          <p:cNvPr id="11" name="Straight Connector 10"/>
          <p:cNvCxnSpPr/>
          <p:nvPr/>
        </p:nvCxnSpPr>
        <p:spPr>
          <a:xfrm rot="10800000">
            <a:off x="6468794" y="9381"/>
            <a:ext cx="2672861" cy="1900210"/>
          </a:xfrm>
          <a:prstGeom prst="line">
            <a:avLst/>
          </a:prstGeom>
          <a:noFill/>
          <a:ln w="6000" cap="rnd" cmpd="sng" algn="ctr">
            <a:solidFill>
              <a:schemeClr val="bg2">
                <a:tint val="50000"/>
                <a:satMod val="200000"/>
                <a:alpha val="45000"/>
              </a:scheme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V="1">
            <a:off x="0" y="7034"/>
            <a:ext cx="9136966" cy="6843933"/>
          </a:xfrm>
          <a:prstGeom prst="line">
            <a:avLst/>
          </a:prstGeom>
          <a:noFill/>
          <a:ln w="5000" cap="rnd" cmpd="sng" algn="ctr">
            <a:solidFill>
              <a:schemeClr val="bg2">
                <a:tint val="55000"/>
                <a:satMod val="200000"/>
                <a:alpha val="3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a:xfrm>
            <a:off x="381000" y="271464"/>
            <a:ext cx="7239000" cy="1362075"/>
          </a:xfrm>
        </p:spPr>
        <p:txBody>
          <a:bodyPr anchor="ctr"/>
          <a:lstStyle>
            <a:lvl1pPr marL="0" algn="l" latinLnBrk="0">
              <a:buNone/>
              <a:defRPr kumimoji="1" lang="ja-JP" sz="3600" b="1" cap="none" baseline="0"/>
            </a:lvl1pPr>
          </a:lstStyle>
          <a:p>
            <a:r>
              <a:rPr kumimoji="1" lang="ja-JP" altLang="en-US" smtClean="0"/>
              <a:t>マスター タイトルの書式設定</a:t>
            </a:r>
            <a:endParaRPr kumimoji="1" lang="ja-JP"/>
          </a:p>
        </p:txBody>
      </p:sp>
      <p:sp>
        <p:nvSpPr>
          <p:cNvPr id="3" name="Text Placeholder 2"/>
          <p:cNvSpPr>
            <a:spLocks noGrp="1"/>
          </p:cNvSpPr>
          <p:nvPr>
            <p:ph type="body" idx="1"/>
          </p:nvPr>
        </p:nvSpPr>
        <p:spPr>
          <a:xfrm>
            <a:off x="381000" y="1633536"/>
            <a:ext cx="3886200" cy="2286000"/>
          </a:xfrm>
        </p:spPr>
        <p:txBody>
          <a:bodyPr anchor="t"/>
          <a:lstStyle>
            <a:lvl1pPr marL="54864" indent="0" algn="l" latinLnBrk="0">
              <a:buNone/>
              <a:defRPr kumimoji="1" lang="ja-JP" sz="2000">
                <a:solidFill>
                  <a:schemeClr val="tx1">
                    <a:tint val="75000"/>
                  </a:schemeClr>
                </a:solidFill>
              </a:defRPr>
            </a:lvl1pPr>
            <a:lvl2pPr>
              <a:buNone/>
              <a:defRPr kumimoji="1" lang="ja-JP" sz="1800">
                <a:solidFill>
                  <a:schemeClr val="tx1">
                    <a:tint val="75000"/>
                  </a:schemeClr>
                </a:solidFill>
              </a:defRPr>
            </a:lvl2pPr>
            <a:lvl3pPr>
              <a:buNone/>
              <a:defRPr kumimoji="1" lang="ja-JP" sz="1600">
                <a:solidFill>
                  <a:schemeClr val="tx1">
                    <a:tint val="75000"/>
                  </a:schemeClr>
                </a:solidFill>
              </a:defRPr>
            </a:lvl3pPr>
            <a:lvl4pPr>
              <a:buNone/>
              <a:defRPr kumimoji="1" lang="ja-JP" sz="1400">
                <a:solidFill>
                  <a:schemeClr val="tx1">
                    <a:tint val="75000"/>
                  </a:schemeClr>
                </a:solidFill>
              </a:defRPr>
            </a:lvl4pPr>
            <a:lvl5pPr>
              <a:buNone/>
              <a:defRPr kumimoji="1" lang="ja-JP" sz="1400">
                <a:solidFill>
                  <a:schemeClr val="tx1">
                    <a:tint val="75000"/>
                  </a:schemeClr>
                </a:solidFill>
              </a:defRPr>
            </a:lvl5pPr>
          </a:lstStyle>
          <a:p>
            <a:pPr lvl="0" eaLnBrk="1" latinLnBrk="0" hangingPunct="1"/>
            <a:r>
              <a:rPr kumimoji="1" lang="ja-JP" altLang="en-US" smtClean="0"/>
              <a:t>マスター テキストの書式設定</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 つの内容">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524001"/>
            <a:ext cx="4038600" cy="4724400"/>
          </a:xfrm>
        </p:spPr>
        <p:txBody>
          <a:bodyPr/>
          <a:lstStyle>
            <a:lvl1pPr latinLnBrk="0">
              <a:defRPr kumimoji="1" lang="ja-JP" sz="2600"/>
            </a:lvl1pPr>
            <a:lvl2pPr>
              <a:defRPr kumimoji="1" lang="ja-JP" sz="2400"/>
            </a:lvl2pPr>
            <a:lvl3pPr>
              <a:defRPr kumimoji="1" lang="ja-JP" sz="2000"/>
            </a:lvl3pPr>
            <a:lvl4pPr>
              <a:defRPr kumimoji="1" lang="ja-JP" sz="1800"/>
            </a:lvl4pPr>
            <a:lvl5pPr>
              <a:defRPr kumimoji="1" lang="ja-JP" sz="1800"/>
            </a:lvl5pPr>
          </a:lstStyle>
          <a:p>
            <a:pPr lvl="0" eaLnBrk="1" latinLnBrk="0" hangingPunct="1"/>
            <a:r>
              <a:rPr kumimoji="1" lang="ja-JP" altLang="en-US" smtClean="0"/>
              <a:t>マスター テキストの書式設定</a:t>
            </a:r>
          </a:p>
          <a:p>
            <a:pPr lvl="1" eaLnBrk="1" latinLnBrk="0" hangingPunct="1"/>
            <a:r>
              <a:rPr kumimoji="1" lang="ja-JP" altLang="en-US" smtClean="0"/>
              <a:t>第 </a:t>
            </a:r>
            <a:r>
              <a:rPr kumimoji="1" lang="en-US" altLang="ja-JP" smtClean="0"/>
              <a:t>2 </a:t>
            </a:r>
            <a:r>
              <a:rPr kumimoji="1" lang="ja-JP" altLang="en-US" smtClean="0"/>
              <a:t>レベル</a:t>
            </a:r>
          </a:p>
          <a:p>
            <a:pPr lvl="2" eaLnBrk="1" latinLnBrk="0" hangingPunct="1"/>
            <a:r>
              <a:rPr kumimoji="1" lang="ja-JP" altLang="en-US" smtClean="0"/>
              <a:t>第 </a:t>
            </a:r>
            <a:r>
              <a:rPr kumimoji="1" lang="en-US" altLang="ja-JP" smtClean="0"/>
              <a:t>3 </a:t>
            </a:r>
            <a:r>
              <a:rPr kumimoji="1" lang="ja-JP" altLang="en-US" smtClean="0"/>
              <a:t>レベル</a:t>
            </a:r>
          </a:p>
          <a:p>
            <a:pPr lvl="3" eaLnBrk="1" latinLnBrk="0" hangingPunct="1"/>
            <a:r>
              <a:rPr kumimoji="1" lang="ja-JP" altLang="en-US" smtClean="0"/>
              <a:t>第 </a:t>
            </a:r>
            <a:r>
              <a:rPr kumimoji="1" lang="en-US" altLang="ja-JP" smtClean="0"/>
              <a:t>4 </a:t>
            </a:r>
            <a:r>
              <a:rPr kumimoji="1" lang="ja-JP" altLang="en-US" smtClean="0"/>
              <a:t>レベル</a:t>
            </a:r>
          </a:p>
          <a:p>
            <a:pPr lvl="4" eaLnBrk="1" latinLnBrk="0" hangingPunct="1"/>
            <a:r>
              <a:rPr kumimoji="1" lang="ja-JP" altLang="en-US" smtClean="0"/>
              <a:t>第 </a:t>
            </a:r>
            <a:r>
              <a:rPr kumimoji="1" lang="en-US" altLang="ja-JP" smtClean="0"/>
              <a:t>5 </a:t>
            </a:r>
            <a:r>
              <a:rPr kumimoji="1" lang="ja-JP" altLang="en-US" smtClean="0"/>
              <a:t>レベル</a:t>
            </a:r>
            <a:endParaRPr kumimoji="1" lang="ja-JP"/>
          </a:p>
        </p:txBody>
      </p:sp>
      <p:sp>
        <p:nvSpPr>
          <p:cNvPr id="4" name="Content Placeholder 3"/>
          <p:cNvSpPr>
            <a:spLocks noGrp="1"/>
          </p:cNvSpPr>
          <p:nvPr>
            <p:ph sz="half" idx="2"/>
          </p:nvPr>
        </p:nvSpPr>
        <p:spPr>
          <a:xfrm>
            <a:off x="4648200" y="1524001"/>
            <a:ext cx="4038600" cy="4724400"/>
          </a:xfrm>
        </p:spPr>
        <p:txBody>
          <a:bodyPr/>
          <a:lstStyle>
            <a:lvl1pPr latinLnBrk="0">
              <a:defRPr kumimoji="1" lang="ja-JP" sz="2600"/>
            </a:lvl1pPr>
            <a:lvl2pPr>
              <a:defRPr kumimoji="1" lang="ja-JP" sz="2400"/>
            </a:lvl2pPr>
            <a:lvl3pPr>
              <a:defRPr kumimoji="1" lang="ja-JP" sz="2000"/>
            </a:lvl3pPr>
            <a:lvl4pPr>
              <a:defRPr kumimoji="1" lang="ja-JP" sz="1800"/>
            </a:lvl4pPr>
            <a:lvl5pPr>
              <a:defRPr kumimoji="1" lang="ja-JP" sz="1800"/>
            </a:lvl5pPr>
          </a:lstStyle>
          <a:p>
            <a:pPr lvl="0" eaLnBrk="1" latinLnBrk="0" hangingPunct="1"/>
            <a:r>
              <a:rPr kumimoji="1" lang="ja-JP" altLang="en-US" smtClean="0"/>
              <a:t>マスター テキストの書式設定</a:t>
            </a:r>
          </a:p>
          <a:p>
            <a:pPr lvl="1" eaLnBrk="1" latinLnBrk="0" hangingPunct="1"/>
            <a:r>
              <a:rPr kumimoji="1" lang="ja-JP" altLang="en-US" smtClean="0"/>
              <a:t>第 </a:t>
            </a:r>
            <a:r>
              <a:rPr kumimoji="1" lang="en-US" altLang="ja-JP" smtClean="0"/>
              <a:t>2 </a:t>
            </a:r>
            <a:r>
              <a:rPr kumimoji="1" lang="ja-JP" altLang="en-US" smtClean="0"/>
              <a:t>レベル</a:t>
            </a:r>
          </a:p>
          <a:p>
            <a:pPr lvl="2" eaLnBrk="1" latinLnBrk="0" hangingPunct="1"/>
            <a:r>
              <a:rPr kumimoji="1" lang="ja-JP" altLang="en-US" smtClean="0"/>
              <a:t>第 </a:t>
            </a:r>
            <a:r>
              <a:rPr kumimoji="1" lang="en-US" altLang="ja-JP" smtClean="0"/>
              <a:t>3 </a:t>
            </a:r>
            <a:r>
              <a:rPr kumimoji="1" lang="ja-JP" altLang="en-US" smtClean="0"/>
              <a:t>レベル</a:t>
            </a:r>
          </a:p>
          <a:p>
            <a:pPr lvl="3" eaLnBrk="1" latinLnBrk="0" hangingPunct="1"/>
            <a:r>
              <a:rPr kumimoji="1" lang="ja-JP" altLang="en-US" smtClean="0"/>
              <a:t>第 </a:t>
            </a:r>
            <a:r>
              <a:rPr kumimoji="1" lang="en-US" altLang="ja-JP" smtClean="0"/>
              <a:t>4 </a:t>
            </a:r>
            <a:r>
              <a:rPr kumimoji="1" lang="ja-JP" altLang="en-US" smtClean="0"/>
              <a:t>レベル</a:t>
            </a:r>
          </a:p>
          <a:p>
            <a:pPr lvl="4" eaLnBrk="1" latinLnBrk="0" hangingPunct="1"/>
            <a:r>
              <a:rPr kumimoji="1" lang="ja-JP" altLang="en-US" smtClean="0"/>
              <a:t>第 </a:t>
            </a:r>
            <a:r>
              <a:rPr kumimoji="1" lang="en-US" altLang="ja-JP" smtClean="0"/>
              <a:t>5 </a:t>
            </a:r>
            <a:r>
              <a:rPr kumimoji="1" lang="ja-JP" altLang="en-US" smtClean="0"/>
              <a:t>レベル</a:t>
            </a:r>
            <a:endParaRPr kumimoji="1" lang="ja-JP"/>
          </a:p>
        </p:txBody>
      </p:sp>
      <p:sp>
        <p:nvSpPr>
          <p:cNvPr id="8" name="Title 7"/>
          <p:cNvSpPr>
            <a:spLocks noGrp="1"/>
          </p:cNvSpPr>
          <p:nvPr>
            <p:ph type="title"/>
          </p:nvPr>
        </p:nvSpPr>
        <p:spPr/>
        <p:txBody>
          <a:bodyPr/>
          <a:lstStyle/>
          <a:p>
            <a:r>
              <a:rPr kumimoji="1" lang="ja-JP" altLang="en-US" smtClean="0"/>
              <a:t>マスター タイトルの書式設定</a:t>
            </a:r>
            <a:endParaRPr kumimoji="1" lang="ja-JP"/>
          </a:p>
        </p:txBody>
      </p:sp>
      <p:sp>
        <p:nvSpPr>
          <p:cNvPr id="9" name="Date Placeholder 8"/>
          <p:cNvSpPr>
            <a:spLocks noGrp="1"/>
          </p:cNvSpPr>
          <p:nvPr>
            <p:ph type="dt" sz="half" idx="10"/>
          </p:nvPr>
        </p:nvSpPr>
        <p:spPr/>
        <p:txBody>
          <a:bodyPr/>
          <a:lstStyle/>
          <a:p>
            <a:fld id="{BB81A9FF-1E9C-4B66-B4A0-EADB765782FB}" type="datetime1">
              <a:rPr lang="ja-JP" altLang="en-US"/>
              <a:pPr/>
              <a:t>2015/10/23</a:t>
            </a:fld>
            <a:endParaRPr kumimoji="1" lang="ja-JP"/>
          </a:p>
        </p:txBody>
      </p:sp>
      <p:sp>
        <p:nvSpPr>
          <p:cNvPr id="10" name="Slide Number Placeholder 9"/>
          <p:cNvSpPr>
            <a:spLocks noGrp="1"/>
          </p:cNvSpPr>
          <p:nvPr>
            <p:ph type="sldNum" sz="quarter" idx="11"/>
          </p:nvPr>
        </p:nvSpPr>
        <p:spPr/>
        <p:txBody>
          <a:bodyPr/>
          <a:lstStyle/>
          <a:p>
            <a:fld id="{746FD205-8D79-439C-A802-2377436AEC8A}" type="slidenum">
              <a:rPr/>
              <a:pPr/>
              <a:t>‹#›</a:t>
            </a:fld>
            <a:endParaRPr kumimoji="1" lang="ja-JP"/>
          </a:p>
        </p:txBody>
      </p:sp>
      <p:sp>
        <p:nvSpPr>
          <p:cNvPr id="11" name="Footer Placeholder 10"/>
          <p:cNvSpPr>
            <a:spLocks noGrp="1"/>
          </p:cNvSpPr>
          <p:nvPr>
            <p:ph type="ftr" sz="quarter" idx="12"/>
          </p:nvPr>
        </p:nvSpPr>
        <p:spPr/>
        <p:txBody>
          <a:bodyPr/>
          <a:lstStyle/>
          <a:p>
            <a:r>
              <a:rPr kumimoji="1" lang="ja-JP"/>
              <a:t>自社のロゴ</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a:xfrm>
            <a:off x="248198" y="290732"/>
            <a:ext cx="1066800" cy="5957668"/>
          </a:xfrm>
        </p:spPr>
        <p:txBody>
          <a:bodyPr vert="vert270" anchor="b"/>
          <a:lstStyle>
            <a:lvl1pPr marL="0" algn="ctr" latinLnBrk="0">
              <a:defRPr kumimoji="1" lang="ja-JP" sz="3300" b="0">
                <a:ln w="6350">
                  <a:solidFill>
                    <a:schemeClr val="tx1"/>
                  </a:solidFill>
                </a:ln>
                <a:solidFill>
                  <a:schemeClr val="tx1"/>
                </a:solidFill>
              </a:defRPr>
            </a:lvl1pPr>
          </a:lstStyle>
          <a:p>
            <a:r>
              <a:rPr kumimoji="1" lang="ja-JP" altLang="en-US" smtClean="0"/>
              <a:t>マスター タイトルの書式設定</a:t>
            </a:r>
            <a:endParaRPr kumimoji="1" lang="ja-JP"/>
          </a:p>
        </p:txBody>
      </p:sp>
      <p:sp>
        <p:nvSpPr>
          <p:cNvPr id="3" name="Text Placeholder 2"/>
          <p:cNvSpPr>
            <a:spLocks noGrp="1"/>
          </p:cNvSpPr>
          <p:nvPr>
            <p:ph type="body" idx="1"/>
          </p:nvPr>
        </p:nvSpPr>
        <p:spPr>
          <a:xfrm>
            <a:off x="1365006" y="290732"/>
            <a:ext cx="581024" cy="2909668"/>
          </a:xfrm>
          <a:solidFill>
            <a:schemeClr val="bg1"/>
          </a:solidFill>
          <a:ln w="12700">
            <a:noFill/>
          </a:ln>
        </p:spPr>
        <p:txBody>
          <a:bodyPr vert="vert270" anchor="ctr"/>
          <a:lstStyle>
            <a:lvl1pPr marL="0" indent="0" algn="ctr" latinLnBrk="0">
              <a:buNone/>
              <a:defRPr kumimoji="1" lang="ja-JP" sz="1600" b="0">
                <a:solidFill>
                  <a:schemeClr val="tx1"/>
                </a:solidFill>
              </a:defRPr>
            </a:lvl1pPr>
            <a:lvl2pPr>
              <a:buNone/>
              <a:defRPr kumimoji="1" lang="ja-JP" sz="2000" b="1"/>
            </a:lvl2pPr>
            <a:lvl3pPr>
              <a:buNone/>
              <a:defRPr kumimoji="1" lang="ja-JP" sz="1800" b="1"/>
            </a:lvl3pPr>
            <a:lvl4pPr>
              <a:buNone/>
              <a:defRPr kumimoji="1" lang="ja-JP" sz="1600" b="1"/>
            </a:lvl4pPr>
            <a:lvl5pPr>
              <a:buNone/>
              <a:defRPr kumimoji="1" lang="ja-JP" sz="1600" b="1"/>
            </a:lvl5pPr>
          </a:lstStyle>
          <a:p>
            <a:pPr lvl="0" eaLnBrk="1" latinLnBrk="0" hangingPunct="1"/>
            <a:r>
              <a:rPr kumimoji="1" lang="ja-JP" altLang="en-US" smtClean="0"/>
              <a:t>マスター テキストの書式設定</a:t>
            </a:r>
          </a:p>
        </p:txBody>
      </p:sp>
      <p:sp>
        <p:nvSpPr>
          <p:cNvPr id="4" name="Text Placeholder 3"/>
          <p:cNvSpPr>
            <a:spLocks noGrp="1"/>
          </p:cNvSpPr>
          <p:nvPr>
            <p:ph type="body" sz="half" idx="3"/>
          </p:nvPr>
        </p:nvSpPr>
        <p:spPr>
          <a:xfrm>
            <a:off x="1365006" y="3427124"/>
            <a:ext cx="581024" cy="2821276"/>
          </a:xfrm>
          <a:solidFill>
            <a:schemeClr val="bg1"/>
          </a:solidFill>
          <a:ln w="12700">
            <a:noFill/>
          </a:ln>
        </p:spPr>
        <p:txBody>
          <a:bodyPr vert="vert270" anchor="ctr"/>
          <a:lstStyle>
            <a:lvl1pPr marL="0" indent="0" algn="ctr" latinLnBrk="0">
              <a:buNone/>
              <a:defRPr kumimoji="1" lang="ja-JP" sz="1600" b="0">
                <a:solidFill>
                  <a:schemeClr val="tx1"/>
                </a:solidFill>
              </a:defRPr>
            </a:lvl1pPr>
            <a:lvl2pPr>
              <a:buNone/>
              <a:defRPr kumimoji="1" lang="ja-JP" sz="2000" b="1"/>
            </a:lvl2pPr>
            <a:lvl3pPr>
              <a:buNone/>
              <a:defRPr kumimoji="1" lang="ja-JP" sz="1800" b="1"/>
            </a:lvl3pPr>
            <a:lvl4pPr>
              <a:buNone/>
              <a:defRPr kumimoji="1" lang="ja-JP" sz="1600" b="1"/>
            </a:lvl4pPr>
            <a:lvl5pPr>
              <a:buNone/>
              <a:defRPr kumimoji="1" lang="ja-JP" sz="1600" b="1"/>
            </a:lvl5pPr>
          </a:lstStyle>
          <a:p>
            <a:pPr lvl="0" eaLnBrk="1" latinLnBrk="0" hangingPunct="1"/>
            <a:r>
              <a:rPr kumimoji="1" lang="ja-JP" altLang="en-US" smtClean="0"/>
              <a:t>マスター テキストの書式設定</a:t>
            </a:r>
          </a:p>
        </p:txBody>
      </p:sp>
      <p:sp>
        <p:nvSpPr>
          <p:cNvPr id="5" name="Content Placeholder 4"/>
          <p:cNvSpPr>
            <a:spLocks noGrp="1"/>
          </p:cNvSpPr>
          <p:nvPr>
            <p:ph sz="quarter" idx="2"/>
          </p:nvPr>
        </p:nvSpPr>
        <p:spPr>
          <a:xfrm>
            <a:off x="2022230" y="290732"/>
            <a:ext cx="6858000" cy="2897476"/>
          </a:xfrm>
        </p:spPr>
        <p:txBody>
          <a:bodyPr/>
          <a:lstStyle>
            <a:lvl1pPr algn="l" latinLnBrk="0">
              <a:defRPr kumimoji="1" lang="ja-JP" sz="2400"/>
            </a:lvl1pPr>
            <a:lvl2pPr algn="l">
              <a:defRPr kumimoji="1" lang="ja-JP" sz="2000"/>
            </a:lvl2pPr>
            <a:lvl3pPr algn="l">
              <a:defRPr kumimoji="1" lang="ja-JP" sz="1800"/>
            </a:lvl3pPr>
            <a:lvl4pPr algn="l">
              <a:defRPr kumimoji="1" lang="ja-JP" sz="1600"/>
            </a:lvl4pPr>
            <a:lvl5pPr algn="l">
              <a:defRPr kumimoji="1" lang="ja-JP" sz="1600"/>
            </a:lvl5pPr>
          </a:lstStyle>
          <a:p>
            <a:pPr lvl="0" eaLnBrk="1" latinLnBrk="0" hangingPunct="1"/>
            <a:r>
              <a:rPr kumimoji="1" lang="ja-JP" altLang="en-US" smtClean="0"/>
              <a:t>マスター テキストの書式設定</a:t>
            </a:r>
          </a:p>
          <a:p>
            <a:pPr lvl="1" eaLnBrk="1" latinLnBrk="0" hangingPunct="1"/>
            <a:r>
              <a:rPr kumimoji="1" lang="ja-JP" altLang="en-US" smtClean="0"/>
              <a:t>第 </a:t>
            </a:r>
            <a:r>
              <a:rPr kumimoji="1" lang="en-US" altLang="ja-JP" smtClean="0"/>
              <a:t>2 </a:t>
            </a:r>
            <a:r>
              <a:rPr kumimoji="1" lang="ja-JP" altLang="en-US" smtClean="0"/>
              <a:t>レベル</a:t>
            </a:r>
          </a:p>
          <a:p>
            <a:pPr lvl="2" eaLnBrk="1" latinLnBrk="0" hangingPunct="1"/>
            <a:r>
              <a:rPr kumimoji="1" lang="ja-JP" altLang="en-US" smtClean="0"/>
              <a:t>第 </a:t>
            </a:r>
            <a:r>
              <a:rPr kumimoji="1" lang="en-US" altLang="ja-JP" smtClean="0"/>
              <a:t>3 </a:t>
            </a:r>
            <a:r>
              <a:rPr kumimoji="1" lang="ja-JP" altLang="en-US" smtClean="0"/>
              <a:t>レベル</a:t>
            </a:r>
          </a:p>
          <a:p>
            <a:pPr lvl="3" eaLnBrk="1" latinLnBrk="0" hangingPunct="1"/>
            <a:r>
              <a:rPr kumimoji="1" lang="ja-JP" altLang="en-US" smtClean="0"/>
              <a:t>第 </a:t>
            </a:r>
            <a:r>
              <a:rPr kumimoji="1" lang="en-US" altLang="ja-JP" smtClean="0"/>
              <a:t>4 </a:t>
            </a:r>
            <a:r>
              <a:rPr kumimoji="1" lang="ja-JP" altLang="en-US" smtClean="0"/>
              <a:t>レベル</a:t>
            </a:r>
          </a:p>
          <a:p>
            <a:pPr lvl="4" eaLnBrk="1" latinLnBrk="0" hangingPunct="1"/>
            <a:r>
              <a:rPr kumimoji="1" lang="ja-JP" altLang="en-US" smtClean="0"/>
              <a:t>第 </a:t>
            </a:r>
            <a:r>
              <a:rPr kumimoji="1" lang="en-US" altLang="ja-JP" smtClean="0"/>
              <a:t>5 </a:t>
            </a:r>
            <a:r>
              <a:rPr kumimoji="1" lang="ja-JP" altLang="en-US" smtClean="0"/>
              <a:t>レベル</a:t>
            </a:r>
            <a:endParaRPr kumimoji="1" lang="ja-JP"/>
          </a:p>
        </p:txBody>
      </p:sp>
      <p:sp>
        <p:nvSpPr>
          <p:cNvPr id="6" name="Content Placeholder 5"/>
          <p:cNvSpPr>
            <a:spLocks noGrp="1"/>
          </p:cNvSpPr>
          <p:nvPr>
            <p:ph sz="quarter" idx="4"/>
          </p:nvPr>
        </p:nvSpPr>
        <p:spPr>
          <a:xfrm>
            <a:off x="2022230" y="3350924"/>
            <a:ext cx="6858000" cy="2897476"/>
          </a:xfrm>
        </p:spPr>
        <p:txBody>
          <a:bodyPr/>
          <a:lstStyle>
            <a:lvl1pPr latinLnBrk="0">
              <a:defRPr kumimoji="1" lang="ja-JP" sz="2400"/>
            </a:lvl1pPr>
            <a:lvl2pPr>
              <a:defRPr kumimoji="1" lang="ja-JP" sz="2000"/>
            </a:lvl2pPr>
            <a:lvl3pPr>
              <a:defRPr kumimoji="1" lang="ja-JP" sz="1800"/>
            </a:lvl3pPr>
            <a:lvl4pPr>
              <a:defRPr kumimoji="1" lang="ja-JP" sz="1600"/>
            </a:lvl4pPr>
            <a:lvl5pPr>
              <a:defRPr kumimoji="1" lang="ja-JP" sz="1600"/>
            </a:lvl5pPr>
          </a:lstStyle>
          <a:p>
            <a:pPr lvl="0" eaLnBrk="1" latinLnBrk="0" hangingPunct="1"/>
            <a:r>
              <a:rPr kumimoji="1" lang="ja-JP" altLang="en-US" smtClean="0"/>
              <a:t>マスター テキストの書式設定</a:t>
            </a:r>
          </a:p>
          <a:p>
            <a:pPr lvl="1" eaLnBrk="1" latinLnBrk="0" hangingPunct="1"/>
            <a:r>
              <a:rPr kumimoji="1" lang="ja-JP" altLang="en-US" smtClean="0"/>
              <a:t>第 </a:t>
            </a:r>
            <a:r>
              <a:rPr kumimoji="1" lang="en-US" altLang="ja-JP" smtClean="0"/>
              <a:t>2 </a:t>
            </a:r>
            <a:r>
              <a:rPr kumimoji="1" lang="ja-JP" altLang="en-US" smtClean="0"/>
              <a:t>レベル</a:t>
            </a:r>
          </a:p>
          <a:p>
            <a:pPr lvl="2" eaLnBrk="1" latinLnBrk="0" hangingPunct="1"/>
            <a:r>
              <a:rPr kumimoji="1" lang="ja-JP" altLang="en-US" smtClean="0"/>
              <a:t>第 </a:t>
            </a:r>
            <a:r>
              <a:rPr kumimoji="1" lang="en-US" altLang="ja-JP" smtClean="0"/>
              <a:t>3 </a:t>
            </a:r>
            <a:r>
              <a:rPr kumimoji="1" lang="ja-JP" altLang="en-US" smtClean="0"/>
              <a:t>レベル</a:t>
            </a:r>
          </a:p>
          <a:p>
            <a:pPr lvl="3" eaLnBrk="1" latinLnBrk="0" hangingPunct="1"/>
            <a:r>
              <a:rPr kumimoji="1" lang="ja-JP" altLang="en-US" smtClean="0"/>
              <a:t>第 </a:t>
            </a:r>
            <a:r>
              <a:rPr kumimoji="1" lang="en-US" altLang="ja-JP" smtClean="0"/>
              <a:t>4 </a:t>
            </a:r>
            <a:r>
              <a:rPr kumimoji="1" lang="ja-JP" altLang="en-US" smtClean="0"/>
              <a:t>レベル</a:t>
            </a:r>
          </a:p>
          <a:p>
            <a:pPr lvl="4" eaLnBrk="1" latinLnBrk="0" hangingPunct="1"/>
            <a:r>
              <a:rPr kumimoji="1" lang="ja-JP" altLang="en-US" smtClean="0"/>
              <a:t>第 </a:t>
            </a:r>
            <a:r>
              <a:rPr kumimoji="1" lang="en-US" altLang="ja-JP" smtClean="0"/>
              <a:t>5 </a:t>
            </a:r>
            <a:r>
              <a:rPr kumimoji="1" lang="ja-JP" altLang="en-US" smtClean="0"/>
              <a:t>レベル</a:t>
            </a:r>
            <a:endParaRPr kumimoji="1" lang="ja-JP"/>
          </a:p>
        </p:txBody>
      </p:sp>
      <p:sp>
        <p:nvSpPr>
          <p:cNvPr id="10" name="Date Placeholder 9"/>
          <p:cNvSpPr>
            <a:spLocks noGrp="1"/>
          </p:cNvSpPr>
          <p:nvPr>
            <p:ph type="dt" sz="half" idx="10"/>
          </p:nvPr>
        </p:nvSpPr>
        <p:spPr/>
        <p:txBody>
          <a:bodyPr/>
          <a:lstStyle/>
          <a:p>
            <a:fld id="{7D96A02F-3A95-4944-9ABC-E1DA10A11467}" type="datetime1">
              <a:rPr lang="ja-JP" altLang="en-US"/>
              <a:pPr/>
              <a:t>2015/10/23</a:t>
            </a:fld>
            <a:endParaRPr kumimoji="1" lang="ja-JP"/>
          </a:p>
        </p:txBody>
      </p:sp>
      <p:sp>
        <p:nvSpPr>
          <p:cNvPr id="11" name="Slide Number Placeholder 10"/>
          <p:cNvSpPr>
            <a:spLocks noGrp="1"/>
          </p:cNvSpPr>
          <p:nvPr>
            <p:ph type="sldNum" sz="quarter" idx="11"/>
          </p:nvPr>
        </p:nvSpPr>
        <p:spPr/>
        <p:txBody>
          <a:bodyPr/>
          <a:lstStyle/>
          <a:p>
            <a:fld id="{746FD205-8D79-439C-A802-2377436AEC8A}" type="slidenum">
              <a:rPr/>
              <a:pPr/>
              <a:t>‹#›</a:t>
            </a:fld>
            <a:endParaRPr kumimoji="1" lang="ja-JP"/>
          </a:p>
        </p:txBody>
      </p:sp>
      <p:sp>
        <p:nvSpPr>
          <p:cNvPr id="12" name="Footer Placeholder 11"/>
          <p:cNvSpPr>
            <a:spLocks noGrp="1"/>
          </p:cNvSpPr>
          <p:nvPr>
            <p:ph type="ftr" sz="quarter" idx="12"/>
          </p:nvPr>
        </p:nvSpPr>
        <p:spPr/>
        <p:txBody>
          <a:bodyPr/>
          <a:lstStyle/>
          <a:p>
            <a:r>
              <a:rPr kumimoji="1" lang="ja-JP"/>
              <a:t>自社のロゴ</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latinLnBrk="0">
              <a:defRPr kumimoji="1" lang="ja-JP" b="0"/>
            </a:lvl1pPr>
          </a:lstStyle>
          <a:p>
            <a:r>
              <a:rPr kumimoji="1" lang="ja-JP" altLang="en-US" smtClean="0"/>
              <a:t>マスター タイトルの書式設定</a:t>
            </a:r>
            <a:endParaRPr kumimoji="1" lang="ja-JP"/>
          </a:p>
        </p:txBody>
      </p:sp>
      <p:sp>
        <p:nvSpPr>
          <p:cNvPr id="6" name="Date Placeholder 5"/>
          <p:cNvSpPr>
            <a:spLocks noGrp="1"/>
          </p:cNvSpPr>
          <p:nvPr>
            <p:ph type="dt" sz="half" idx="10"/>
          </p:nvPr>
        </p:nvSpPr>
        <p:spPr/>
        <p:txBody>
          <a:bodyPr/>
          <a:lstStyle/>
          <a:p>
            <a:fld id="{EB627A8D-4D3E-4B4C-B199-3FF96543B789}" type="datetime1">
              <a:rPr lang="ja-JP" altLang="en-US"/>
              <a:pPr/>
              <a:t>2015/10/23</a:t>
            </a:fld>
            <a:endParaRPr kumimoji="1" lang="ja-JP"/>
          </a:p>
        </p:txBody>
      </p:sp>
      <p:sp>
        <p:nvSpPr>
          <p:cNvPr id="7" name="Slide Number Placeholder 6"/>
          <p:cNvSpPr>
            <a:spLocks noGrp="1"/>
          </p:cNvSpPr>
          <p:nvPr>
            <p:ph type="sldNum" sz="quarter" idx="11"/>
          </p:nvPr>
        </p:nvSpPr>
        <p:spPr/>
        <p:txBody>
          <a:bodyPr/>
          <a:lstStyle/>
          <a:p>
            <a:fld id="{746FD205-8D79-439C-A802-2377436AEC8A}" type="slidenum">
              <a:rPr/>
              <a:pPr/>
              <a:t>‹#›</a:t>
            </a:fld>
            <a:endParaRPr kumimoji="1" lang="ja-JP"/>
          </a:p>
        </p:txBody>
      </p:sp>
      <p:sp>
        <p:nvSpPr>
          <p:cNvPr id="8" name="Footer Placeholder 7"/>
          <p:cNvSpPr>
            <a:spLocks noGrp="1"/>
          </p:cNvSpPr>
          <p:nvPr>
            <p:ph type="ftr" sz="quarter" idx="12"/>
          </p:nvPr>
        </p:nvSpPr>
        <p:spPr/>
        <p:txBody>
          <a:bodyPr/>
          <a:lstStyle/>
          <a:p>
            <a:r>
              <a:rPr kumimoji="1" lang="ja-JP"/>
              <a:t>自社のロゴ</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6AC67121-7AB3-44A9-B455-30D9FB40A79E}" type="datetime1">
              <a:rPr lang="ja-JP" altLang="en-US"/>
              <a:pPr/>
              <a:t>2015/10/23</a:t>
            </a:fld>
            <a:endParaRPr kumimoji="1" lang="ja-JP"/>
          </a:p>
        </p:txBody>
      </p:sp>
      <p:sp>
        <p:nvSpPr>
          <p:cNvPr id="6" name="Slide Number Placeholder 5"/>
          <p:cNvSpPr>
            <a:spLocks noGrp="1"/>
          </p:cNvSpPr>
          <p:nvPr>
            <p:ph type="sldNum" sz="quarter" idx="11"/>
          </p:nvPr>
        </p:nvSpPr>
        <p:spPr/>
        <p:txBody>
          <a:bodyPr/>
          <a:lstStyle/>
          <a:p>
            <a:fld id="{746FD205-8D79-439C-A802-2377436AEC8A}" type="slidenum">
              <a:rPr/>
              <a:pPr/>
              <a:t>‹#›</a:t>
            </a:fld>
            <a:endParaRPr kumimoji="1" lang="ja-JP"/>
          </a:p>
        </p:txBody>
      </p:sp>
      <p:sp>
        <p:nvSpPr>
          <p:cNvPr id="7" name="Footer Placeholder 6"/>
          <p:cNvSpPr>
            <a:spLocks noGrp="1"/>
          </p:cNvSpPr>
          <p:nvPr>
            <p:ph type="ftr" sz="quarter" idx="12"/>
          </p:nvPr>
        </p:nvSpPr>
        <p:spPr/>
        <p:txBody>
          <a:bodyPr/>
          <a:lstStyle/>
          <a:p>
            <a:r>
              <a:rPr kumimoji="1" lang="ja-JP"/>
              <a:t>自社のロゴ</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キャプション付きの内容">
    <p:spTree>
      <p:nvGrpSpPr>
        <p:cNvPr id="1" name=""/>
        <p:cNvGrpSpPr/>
        <p:nvPr/>
      </p:nvGrpSpPr>
      <p:grpSpPr>
        <a:xfrm>
          <a:off x="0" y="0"/>
          <a:ext cx="0" cy="0"/>
          <a:chOff x="0" y="0"/>
          <a:chExt cx="0" cy="0"/>
        </a:xfrm>
      </p:grpSpPr>
      <p:sp>
        <p:nvSpPr>
          <p:cNvPr id="2" name="Title 1"/>
          <p:cNvSpPr>
            <a:spLocks noGrp="1"/>
          </p:cNvSpPr>
          <p:nvPr>
            <p:ph type="title"/>
          </p:nvPr>
        </p:nvSpPr>
        <p:spPr>
          <a:xfrm>
            <a:off x="219456" y="367664"/>
            <a:ext cx="914400" cy="5883105"/>
          </a:xfrm>
        </p:spPr>
        <p:txBody>
          <a:bodyPr vert="vert270" anchor="b"/>
          <a:lstStyle>
            <a:lvl1pPr marL="0" marR="18288" algn="r" latinLnBrk="0">
              <a:spcBef>
                <a:spcPts val="0"/>
              </a:spcBef>
              <a:buNone/>
              <a:defRPr kumimoji="1" lang="ja-JP" sz="2900" b="0" cap="all" baseline="0"/>
            </a:lvl1pPr>
          </a:lstStyle>
          <a:p>
            <a:r>
              <a:rPr kumimoji="1" lang="ja-JP" altLang="en-US" smtClean="0"/>
              <a:t>マスター タイトルの書式設定</a:t>
            </a:r>
            <a:endParaRPr kumimoji="1" lang="ja-JP"/>
          </a:p>
        </p:txBody>
      </p:sp>
      <p:sp>
        <p:nvSpPr>
          <p:cNvPr id="3" name="Text Placeholder 2"/>
          <p:cNvSpPr>
            <a:spLocks noGrp="1"/>
          </p:cNvSpPr>
          <p:nvPr>
            <p:ph type="body" idx="2"/>
          </p:nvPr>
        </p:nvSpPr>
        <p:spPr>
          <a:xfrm>
            <a:off x="1135856" y="367664"/>
            <a:ext cx="2438400" cy="5883105"/>
          </a:xfrm>
        </p:spPr>
        <p:txBody>
          <a:bodyPr anchor="t"/>
          <a:lstStyle>
            <a:lvl1pPr marL="0" indent="0" latinLnBrk="0">
              <a:spcBef>
                <a:spcPts val="0"/>
              </a:spcBef>
              <a:buNone/>
              <a:defRPr kumimoji="1" lang="ja-JP" sz="1400"/>
            </a:lvl1pPr>
            <a:lvl2pPr>
              <a:buNone/>
              <a:defRPr kumimoji="1" lang="ja-JP" sz="1200"/>
            </a:lvl2pPr>
            <a:lvl3pPr>
              <a:buNone/>
              <a:defRPr kumimoji="1" lang="ja-JP" sz="1000"/>
            </a:lvl3pPr>
            <a:lvl4pPr>
              <a:buNone/>
              <a:defRPr kumimoji="1" lang="ja-JP" sz="900"/>
            </a:lvl4pPr>
            <a:lvl5pPr>
              <a:buNone/>
              <a:defRPr kumimoji="1" lang="ja-JP" sz="900"/>
            </a:lvl5pPr>
          </a:lstStyle>
          <a:p>
            <a:pPr lvl="0" eaLnBrk="1" latinLnBrk="0" hangingPunct="1"/>
            <a:r>
              <a:rPr kumimoji="1" lang="ja-JP" altLang="en-US" smtClean="0"/>
              <a:t>マスター テキストの書式設定</a:t>
            </a:r>
          </a:p>
        </p:txBody>
      </p:sp>
      <p:sp>
        <p:nvSpPr>
          <p:cNvPr id="4" name="Content Placeholder 3"/>
          <p:cNvSpPr>
            <a:spLocks noGrp="1"/>
          </p:cNvSpPr>
          <p:nvPr>
            <p:ph sz="half" idx="1"/>
          </p:nvPr>
        </p:nvSpPr>
        <p:spPr>
          <a:xfrm>
            <a:off x="3651250" y="320040"/>
            <a:ext cx="5276088" cy="5928360"/>
          </a:xfrm>
        </p:spPr>
        <p:txBody>
          <a:bodyPr/>
          <a:lstStyle>
            <a:lvl1pPr latinLnBrk="0">
              <a:spcBef>
                <a:spcPts val="0"/>
              </a:spcBef>
              <a:defRPr kumimoji="1" lang="ja-JP" sz="3000"/>
            </a:lvl1pPr>
            <a:lvl2pPr>
              <a:defRPr kumimoji="1" lang="ja-JP" sz="2600"/>
            </a:lvl2pPr>
            <a:lvl3pPr>
              <a:defRPr kumimoji="1" lang="ja-JP" sz="2400"/>
            </a:lvl3pPr>
            <a:lvl4pPr>
              <a:defRPr kumimoji="1" lang="ja-JP" sz="2000"/>
            </a:lvl4pPr>
            <a:lvl5pPr>
              <a:defRPr kumimoji="1" lang="ja-JP" sz="2000"/>
            </a:lvl5pPr>
          </a:lstStyle>
          <a:p>
            <a:pPr lvl="0" eaLnBrk="1" latinLnBrk="0" hangingPunct="1"/>
            <a:r>
              <a:rPr kumimoji="1" lang="ja-JP" altLang="en-US" smtClean="0"/>
              <a:t>マスター テキストの書式設定</a:t>
            </a:r>
          </a:p>
          <a:p>
            <a:pPr lvl="1" eaLnBrk="1" latinLnBrk="0" hangingPunct="1"/>
            <a:r>
              <a:rPr kumimoji="1" lang="ja-JP" altLang="en-US" smtClean="0"/>
              <a:t>第 </a:t>
            </a:r>
            <a:r>
              <a:rPr kumimoji="1" lang="en-US" altLang="ja-JP" smtClean="0"/>
              <a:t>2 </a:t>
            </a:r>
            <a:r>
              <a:rPr kumimoji="1" lang="ja-JP" altLang="en-US" smtClean="0"/>
              <a:t>レベル</a:t>
            </a:r>
          </a:p>
          <a:p>
            <a:pPr lvl="2" eaLnBrk="1" latinLnBrk="0" hangingPunct="1"/>
            <a:r>
              <a:rPr kumimoji="1" lang="ja-JP" altLang="en-US" smtClean="0"/>
              <a:t>第 </a:t>
            </a:r>
            <a:r>
              <a:rPr kumimoji="1" lang="en-US" altLang="ja-JP" smtClean="0"/>
              <a:t>3 </a:t>
            </a:r>
            <a:r>
              <a:rPr kumimoji="1" lang="ja-JP" altLang="en-US" smtClean="0"/>
              <a:t>レベル</a:t>
            </a:r>
          </a:p>
          <a:p>
            <a:pPr lvl="3" eaLnBrk="1" latinLnBrk="0" hangingPunct="1"/>
            <a:r>
              <a:rPr kumimoji="1" lang="ja-JP" altLang="en-US" smtClean="0"/>
              <a:t>第 </a:t>
            </a:r>
            <a:r>
              <a:rPr kumimoji="1" lang="en-US" altLang="ja-JP" smtClean="0"/>
              <a:t>4 </a:t>
            </a:r>
            <a:r>
              <a:rPr kumimoji="1" lang="ja-JP" altLang="en-US" smtClean="0"/>
              <a:t>レベル</a:t>
            </a:r>
          </a:p>
          <a:p>
            <a:pPr lvl="4" eaLnBrk="1" latinLnBrk="0" hangingPunct="1"/>
            <a:r>
              <a:rPr kumimoji="1" lang="ja-JP" altLang="en-US" smtClean="0"/>
              <a:t>第 </a:t>
            </a:r>
            <a:r>
              <a:rPr kumimoji="1" lang="en-US" altLang="ja-JP" smtClean="0"/>
              <a:t>5 </a:t>
            </a:r>
            <a:r>
              <a:rPr kumimoji="1" lang="ja-JP" altLang="en-US" smtClean="0"/>
              <a:t>レベル</a:t>
            </a:r>
            <a:endParaRPr kumimoji="1" lang="ja-JP"/>
          </a:p>
        </p:txBody>
      </p:sp>
      <p:sp>
        <p:nvSpPr>
          <p:cNvPr id="8" name="Date Placeholder 7"/>
          <p:cNvSpPr>
            <a:spLocks noGrp="1"/>
          </p:cNvSpPr>
          <p:nvPr>
            <p:ph type="dt" sz="half" idx="10"/>
          </p:nvPr>
        </p:nvSpPr>
        <p:spPr/>
        <p:txBody>
          <a:bodyPr/>
          <a:lstStyle/>
          <a:p>
            <a:fld id="{69E77799-E3A9-4516-B428-D2DCE16620CD}" type="datetime1">
              <a:rPr lang="ja-JP" altLang="en-US"/>
              <a:pPr/>
              <a:t>2015/10/23</a:t>
            </a:fld>
            <a:endParaRPr kumimoji="1" lang="ja-JP"/>
          </a:p>
        </p:txBody>
      </p:sp>
      <p:sp>
        <p:nvSpPr>
          <p:cNvPr id="9" name="Slide Number Placeholder 8"/>
          <p:cNvSpPr>
            <a:spLocks noGrp="1"/>
          </p:cNvSpPr>
          <p:nvPr>
            <p:ph type="sldNum" sz="quarter" idx="11"/>
          </p:nvPr>
        </p:nvSpPr>
        <p:spPr/>
        <p:txBody>
          <a:bodyPr/>
          <a:lstStyle/>
          <a:p>
            <a:fld id="{746FD205-8D79-439C-A802-2377436AEC8A}" type="slidenum">
              <a:rPr/>
              <a:pPr/>
              <a:t>‹#›</a:t>
            </a:fld>
            <a:endParaRPr kumimoji="1" lang="ja-JP"/>
          </a:p>
        </p:txBody>
      </p:sp>
      <p:sp>
        <p:nvSpPr>
          <p:cNvPr id="10" name="Footer Placeholder 9"/>
          <p:cNvSpPr>
            <a:spLocks noGrp="1"/>
          </p:cNvSpPr>
          <p:nvPr>
            <p:ph type="ftr" sz="quarter" idx="12"/>
          </p:nvPr>
        </p:nvSpPr>
        <p:spPr/>
        <p:txBody>
          <a:bodyPr/>
          <a:lstStyle/>
          <a:p>
            <a:r>
              <a:rPr kumimoji="1" lang="ja-JP"/>
              <a:t>自社のロゴ</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キャプション付き画像">
    <p:spTree>
      <p:nvGrpSpPr>
        <p:cNvPr id="1" name=""/>
        <p:cNvGrpSpPr/>
        <p:nvPr/>
      </p:nvGrpSpPr>
      <p:grpSpPr>
        <a:xfrm>
          <a:off x="0" y="0"/>
          <a:ext cx="0" cy="0"/>
          <a:chOff x="0" y="0"/>
          <a:chExt cx="0" cy="0"/>
        </a:xfrm>
      </p:grpSpPr>
      <p:sp>
        <p:nvSpPr>
          <p:cNvPr id="2" name="Title 1"/>
          <p:cNvSpPr>
            <a:spLocks noGrp="1"/>
          </p:cNvSpPr>
          <p:nvPr>
            <p:ph type="title"/>
          </p:nvPr>
        </p:nvSpPr>
        <p:spPr>
          <a:xfrm>
            <a:off x="219456" y="150896"/>
            <a:ext cx="914400" cy="6097504"/>
          </a:xfrm>
        </p:spPr>
        <p:txBody>
          <a:bodyPr vert="vert270" anchor="b"/>
          <a:lstStyle>
            <a:lvl1pPr marL="0" algn="l" latinLnBrk="0">
              <a:buNone/>
              <a:defRPr kumimoji="1" lang="ja-JP" sz="3000" b="0" cap="all" baseline="0"/>
            </a:lvl1pPr>
          </a:lstStyle>
          <a:p>
            <a:r>
              <a:rPr kumimoji="1" lang="ja-JP" altLang="en-US" smtClean="0"/>
              <a:t>マスター タイトルの書式設定</a:t>
            </a:r>
            <a:endParaRPr kumimoji="1" lang="ja-JP"/>
          </a:p>
        </p:txBody>
      </p:sp>
      <p:sp>
        <p:nvSpPr>
          <p:cNvPr id="3" name="Picture Placeholder 2"/>
          <p:cNvSpPr>
            <a:spLocks noGrp="1"/>
          </p:cNvSpPr>
          <p:nvPr>
            <p:ph type="pic" idx="1"/>
          </p:nvPr>
        </p:nvSpPr>
        <p:spPr>
          <a:xfrm>
            <a:off x="1138237" y="373966"/>
            <a:ext cx="7333488" cy="5264834"/>
          </a:xfrm>
          <a:solidFill>
            <a:schemeClr val="bg2">
              <a:shade val="50000"/>
            </a:schemeClr>
          </a:solidFill>
        </p:spPr>
        <p:txBody>
          <a:bodyPr/>
          <a:lstStyle>
            <a:lvl1pPr marL="0" indent="0" latinLnBrk="0">
              <a:buNone/>
              <a:defRPr kumimoji="1" lang="ja-JP" sz="3200"/>
            </a:lvl1pPr>
          </a:lstStyle>
          <a:p>
            <a:r>
              <a:rPr kumimoji="1" lang="ja-JP" altLang="en-US" smtClean="0"/>
              <a:t>図を追加</a:t>
            </a:r>
            <a:endParaRPr kumimoji="1" lang="ja-JP"/>
          </a:p>
        </p:txBody>
      </p:sp>
      <p:sp>
        <p:nvSpPr>
          <p:cNvPr id="4" name="Text Placeholder 3"/>
          <p:cNvSpPr>
            <a:spLocks noGrp="1"/>
          </p:cNvSpPr>
          <p:nvPr>
            <p:ph type="body" sz="half" idx="2"/>
          </p:nvPr>
        </p:nvSpPr>
        <p:spPr>
          <a:xfrm>
            <a:off x="1143000" y="5638800"/>
            <a:ext cx="7333488" cy="609600"/>
          </a:xfrm>
          <a:solidFill>
            <a:schemeClr val="accent1">
              <a:alpha val="15000"/>
            </a:schemeClr>
          </a:solidFill>
          <a:ln>
            <a:solidFill>
              <a:schemeClr val="accent1"/>
            </a:solidFill>
            <a:miter lim="800000"/>
          </a:ln>
        </p:spPr>
        <p:txBody>
          <a:bodyPr/>
          <a:lstStyle>
            <a:lvl1pPr marL="0" indent="0" latinLnBrk="0">
              <a:spcBef>
                <a:spcPts val="0"/>
              </a:spcBef>
              <a:buNone/>
              <a:defRPr kumimoji="1" lang="ja-JP" sz="1400"/>
            </a:lvl1pPr>
            <a:lvl2pPr>
              <a:defRPr kumimoji="1" lang="ja-JP" sz="1200"/>
            </a:lvl2pPr>
            <a:lvl3pPr>
              <a:defRPr kumimoji="1" lang="ja-JP" sz="1000"/>
            </a:lvl3pPr>
            <a:lvl4pPr>
              <a:defRPr kumimoji="1" lang="ja-JP" sz="900"/>
            </a:lvl4pPr>
            <a:lvl5pPr>
              <a:defRPr kumimoji="1" lang="ja-JP" sz="900"/>
            </a:lvl5pPr>
          </a:lstStyle>
          <a:p>
            <a:pPr lvl="0" eaLnBrk="1" latinLnBrk="0" hangingPunct="1"/>
            <a:r>
              <a:rPr kumimoji="1" lang="ja-JP" altLang="en-US" smtClean="0"/>
              <a:t>マスター テキストの書式設定</a:t>
            </a:r>
          </a:p>
        </p:txBody>
      </p:sp>
      <p:sp>
        <p:nvSpPr>
          <p:cNvPr id="8" name="Date Placeholder 7"/>
          <p:cNvSpPr>
            <a:spLocks noGrp="1"/>
          </p:cNvSpPr>
          <p:nvPr>
            <p:ph type="dt" sz="half" idx="10"/>
          </p:nvPr>
        </p:nvSpPr>
        <p:spPr/>
        <p:txBody>
          <a:bodyPr/>
          <a:lstStyle/>
          <a:p>
            <a:fld id="{7306688B-20E5-4279-9389-143F269CFCDC}" type="datetime1">
              <a:rPr lang="ja-JP" altLang="en-US"/>
              <a:pPr/>
              <a:t>2015/10/23</a:t>
            </a:fld>
            <a:endParaRPr kumimoji="1" lang="ja-JP"/>
          </a:p>
        </p:txBody>
      </p:sp>
      <p:sp>
        <p:nvSpPr>
          <p:cNvPr id="9" name="Slide Number Placeholder 8"/>
          <p:cNvSpPr>
            <a:spLocks noGrp="1"/>
          </p:cNvSpPr>
          <p:nvPr>
            <p:ph type="sldNum" sz="quarter" idx="11"/>
          </p:nvPr>
        </p:nvSpPr>
        <p:spPr/>
        <p:txBody>
          <a:bodyPr/>
          <a:lstStyle/>
          <a:p>
            <a:fld id="{746FD205-8D79-439C-A802-2377436AEC8A}" type="slidenum">
              <a:rPr/>
              <a:pPr/>
              <a:t>‹#›</a:t>
            </a:fld>
            <a:endParaRPr kumimoji="1" lang="ja-JP"/>
          </a:p>
        </p:txBody>
      </p:sp>
      <p:sp>
        <p:nvSpPr>
          <p:cNvPr id="10" name="Footer Placeholder 9"/>
          <p:cNvSpPr>
            <a:spLocks noGrp="1"/>
          </p:cNvSpPr>
          <p:nvPr>
            <p:ph type="ftr" sz="quarter" idx="12"/>
          </p:nvPr>
        </p:nvSpPr>
        <p:spPr/>
        <p:txBody>
          <a:bodyPr/>
          <a:lstStyle/>
          <a:p>
            <a:r>
              <a:rPr kumimoji="1" lang="ja-JP"/>
              <a:t>自社のロゴ</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タイトルと縦書きテキスト">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p:txBody>
          <a:bodyPr vert="eaVert"/>
          <a:lstStyle/>
          <a:p>
            <a:pPr lvl="0" eaLnBrk="1" latinLnBrk="0" hangingPunct="1"/>
            <a:r>
              <a:rPr kumimoji="1" lang="ja-JP" altLang="en-US" smtClean="0"/>
              <a:t>マスター テキストの書式設定</a:t>
            </a:r>
          </a:p>
          <a:p>
            <a:pPr lvl="1" eaLnBrk="1" latinLnBrk="0" hangingPunct="1"/>
            <a:r>
              <a:rPr kumimoji="1" lang="ja-JP" altLang="en-US" smtClean="0"/>
              <a:t>第 </a:t>
            </a:r>
            <a:r>
              <a:rPr kumimoji="1" lang="en-US" altLang="ja-JP" smtClean="0"/>
              <a:t>2 </a:t>
            </a:r>
            <a:r>
              <a:rPr kumimoji="1" lang="ja-JP" altLang="en-US" smtClean="0"/>
              <a:t>レベル</a:t>
            </a:r>
          </a:p>
          <a:p>
            <a:pPr lvl="2" eaLnBrk="1" latinLnBrk="0" hangingPunct="1"/>
            <a:r>
              <a:rPr kumimoji="1" lang="ja-JP" altLang="en-US" smtClean="0"/>
              <a:t>第 </a:t>
            </a:r>
            <a:r>
              <a:rPr kumimoji="1" lang="en-US" altLang="ja-JP" smtClean="0"/>
              <a:t>3 </a:t>
            </a:r>
            <a:r>
              <a:rPr kumimoji="1" lang="ja-JP" altLang="en-US" smtClean="0"/>
              <a:t>レベル</a:t>
            </a:r>
          </a:p>
          <a:p>
            <a:pPr lvl="3" eaLnBrk="1" latinLnBrk="0" hangingPunct="1"/>
            <a:r>
              <a:rPr kumimoji="1" lang="ja-JP" altLang="en-US" smtClean="0"/>
              <a:t>第 </a:t>
            </a:r>
            <a:r>
              <a:rPr kumimoji="1" lang="en-US" altLang="ja-JP" smtClean="0"/>
              <a:t>4 </a:t>
            </a:r>
            <a:r>
              <a:rPr kumimoji="1" lang="ja-JP" altLang="en-US" smtClean="0"/>
              <a:t>レベル</a:t>
            </a:r>
          </a:p>
          <a:p>
            <a:pPr lvl="4" eaLnBrk="1" latinLnBrk="0" hangingPunct="1"/>
            <a:r>
              <a:rPr kumimoji="1" lang="ja-JP" altLang="en-US" smtClean="0"/>
              <a:t>第 </a:t>
            </a:r>
            <a:r>
              <a:rPr kumimoji="1" lang="en-US" altLang="ja-JP" smtClean="0"/>
              <a:t>5 </a:t>
            </a:r>
            <a:r>
              <a:rPr kumimoji="1" lang="ja-JP" altLang="en-US" smtClean="0"/>
              <a:t>レベル</a:t>
            </a:r>
            <a:endParaRPr kumimoji="1" lang="ja-JP"/>
          </a:p>
        </p:txBody>
      </p:sp>
      <p:sp>
        <p:nvSpPr>
          <p:cNvPr id="4" name="Date Placeholder 3"/>
          <p:cNvSpPr>
            <a:spLocks noGrp="1"/>
          </p:cNvSpPr>
          <p:nvPr>
            <p:ph type="dt" sz="half" idx="10"/>
          </p:nvPr>
        </p:nvSpPr>
        <p:spPr/>
        <p:txBody>
          <a:bodyPr/>
          <a:lstStyle/>
          <a:p>
            <a:fld id="{6D6514FD-1763-45C1-AED0-FF855CD2E095}" type="datetime1">
              <a:rPr lang="ja-JP" altLang="en-US"/>
              <a:pPr/>
              <a:t>2015/10/23</a:t>
            </a:fld>
            <a:endParaRPr kumimoji="1" lang="ja-JP"/>
          </a:p>
        </p:txBody>
      </p:sp>
      <p:sp>
        <p:nvSpPr>
          <p:cNvPr id="5" name="Footer Placeholder 4"/>
          <p:cNvSpPr>
            <a:spLocks noGrp="1"/>
          </p:cNvSpPr>
          <p:nvPr>
            <p:ph type="ftr" sz="quarter" idx="11"/>
          </p:nvPr>
        </p:nvSpPr>
        <p:spPr/>
        <p:txBody>
          <a:bodyPr/>
          <a:lstStyle/>
          <a:p>
            <a:r>
              <a:rPr kumimoji="1" lang="ja-JP"/>
              <a:t>自社のロゴ</a:t>
            </a:r>
          </a:p>
        </p:txBody>
      </p:sp>
      <p:sp>
        <p:nvSpPr>
          <p:cNvPr id="6" name="Slide Number Placeholder 5"/>
          <p:cNvSpPr>
            <a:spLocks noGrp="1"/>
          </p:cNvSpPr>
          <p:nvPr>
            <p:ph type="sldNum" sz="quarter" idx="12"/>
          </p:nvPr>
        </p:nvSpPr>
        <p:spPr/>
        <p:txBody>
          <a:bodyPr/>
          <a:lstStyle/>
          <a:p>
            <a:fld id="{746FD205-8D79-439C-A802-2377436AEC8A}" type="slidenum">
              <a:rPr/>
              <a:pPr/>
              <a:t>‹#›</a:t>
            </a:fld>
            <a:endParaRPr kumimoji="1" lang="ja-JP"/>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81800" y="381000"/>
            <a:ext cx="1905000" cy="5486400"/>
          </a:xfrm>
        </p:spPr>
        <p:txBody>
          <a:bodyPr vert="eaVert"/>
          <a:lstStyle/>
          <a:p>
            <a:r>
              <a:rPr kumimoji="1" lang="ja-JP" altLang="en-US" smtClean="0"/>
              <a:t>マスター タイトルの書式設定</a:t>
            </a:r>
            <a:endParaRPr kumimoji="1" lang="ja-JP"/>
          </a:p>
        </p:txBody>
      </p:sp>
      <p:sp>
        <p:nvSpPr>
          <p:cNvPr id="3" name="Vertical Text Placeholder 2"/>
          <p:cNvSpPr>
            <a:spLocks noGrp="1"/>
          </p:cNvSpPr>
          <p:nvPr>
            <p:ph type="body" orient="vert" idx="1"/>
          </p:nvPr>
        </p:nvSpPr>
        <p:spPr>
          <a:xfrm>
            <a:off x="457200" y="381000"/>
            <a:ext cx="6248400" cy="5486400"/>
          </a:xfrm>
        </p:spPr>
        <p:txBody>
          <a:bodyPr vert="eaVert"/>
          <a:lstStyle/>
          <a:p>
            <a:pPr lvl="0" eaLnBrk="1" latinLnBrk="0" hangingPunct="1"/>
            <a:r>
              <a:rPr kumimoji="1" lang="ja-JP" altLang="en-US" smtClean="0"/>
              <a:t>マスター テキストの書式設定</a:t>
            </a:r>
          </a:p>
          <a:p>
            <a:pPr lvl="1" eaLnBrk="1" latinLnBrk="0" hangingPunct="1"/>
            <a:r>
              <a:rPr kumimoji="1" lang="ja-JP" altLang="en-US" smtClean="0"/>
              <a:t>第 </a:t>
            </a:r>
            <a:r>
              <a:rPr kumimoji="1" lang="en-US" altLang="ja-JP" smtClean="0"/>
              <a:t>2 </a:t>
            </a:r>
            <a:r>
              <a:rPr kumimoji="1" lang="ja-JP" altLang="en-US" smtClean="0"/>
              <a:t>レベル</a:t>
            </a:r>
          </a:p>
          <a:p>
            <a:pPr lvl="2" eaLnBrk="1" latinLnBrk="0" hangingPunct="1"/>
            <a:r>
              <a:rPr kumimoji="1" lang="ja-JP" altLang="en-US" smtClean="0"/>
              <a:t>第 </a:t>
            </a:r>
            <a:r>
              <a:rPr kumimoji="1" lang="en-US" altLang="ja-JP" smtClean="0"/>
              <a:t>3 </a:t>
            </a:r>
            <a:r>
              <a:rPr kumimoji="1" lang="ja-JP" altLang="en-US" smtClean="0"/>
              <a:t>レベル</a:t>
            </a:r>
          </a:p>
          <a:p>
            <a:pPr lvl="3" eaLnBrk="1" latinLnBrk="0" hangingPunct="1"/>
            <a:r>
              <a:rPr kumimoji="1" lang="ja-JP" altLang="en-US" smtClean="0"/>
              <a:t>第 </a:t>
            </a:r>
            <a:r>
              <a:rPr kumimoji="1" lang="en-US" altLang="ja-JP" smtClean="0"/>
              <a:t>4 </a:t>
            </a:r>
            <a:r>
              <a:rPr kumimoji="1" lang="ja-JP" altLang="en-US" smtClean="0"/>
              <a:t>レベル</a:t>
            </a:r>
          </a:p>
          <a:p>
            <a:pPr lvl="4" eaLnBrk="1" latinLnBrk="0" hangingPunct="1"/>
            <a:r>
              <a:rPr kumimoji="1" lang="ja-JP" altLang="en-US" smtClean="0"/>
              <a:t>第 </a:t>
            </a:r>
            <a:r>
              <a:rPr kumimoji="1" lang="en-US" altLang="ja-JP" smtClean="0"/>
              <a:t>5 </a:t>
            </a:r>
            <a:r>
              <a:rPr kumimoji="1" lang="ja-JP" altLang="en-US" smtClean="0"/>
              <a:t>レベル</a:t>
            </a:r>
            <a:endParaRPr kumimoji="1" lang="ja-JP"/>
          </a:p>
        </p:txBody>
      </p:sp>
      <p:sp>
        <p:nvSpPr>
          <p:cNvPr id="4" name="Date Placeholder 3"/>
          <p:cNvSpPr>
            <a:spLocks noGrp="1"/>
          </p:cNvSpPr>
          <p:nvPr>
            <p:ph type="dt" sz="half" idx="10"/>
          </p:nvPr>
        </p:nvSpPr>
        <p:spPr/>
        <p:txBody>
          <a:bodyPr/>
          <a:lstStyle/>
          <a:p>
            <a:fld id="{9601B317-6CCF-44A4-B99C-75730E0DA706}" type="datetime1">
              <a:rPr lang="ja-JP" altLang="en-US"/>
              <a:pPr/>
              <a:t>2015/10/23</a:t>
            </a:fld>
            <a:endParaRPr kumimoji="1" lang="ja-JP"/>
          </a:p>
        </p:txBody>
      </p:sp>
      <p:sp>
        <p:nvSpPr>
          <p:cNvPr id="5" name="Footer Placeholder 4"/>
          <p:cNvSpPr>
            <a:spLocks noGrp="1"/>
          </p:cNvSpPr>
          <p:nvPr>
            <p:ph type="ftr" sz="quarter" idx="11"/>
          </p:nvPr>
        </p:nvSpPr>
        <p:spPr/>
        <p:txBody>
          <a:bodyPr/>
          <a:lstStyle/>
          <a:p>
            <a:r>
              <a:rPr kumimoji="1" lang="ja-JP"/>
              <a:t>自社のロゴ</a:t>
            </a:r>
          </a:p>
        </p:txBody>
      </p:sp>
      <p:sp>
        <p:nvSpPr>
          <p:cNvPr id="6" name="Slide Number Placeholder 5"/>
          <p:cNvSpPr>
            <a:spLocks noGrp="1"/>
          </p:cNvSpPr>
          <p:nvPr>
            <p:ph type="sldNum" sz="quarter" idx="12"/>
          </p:nvPr>
        </p:nvSpPr>
        <p:spPr/>
        <p:txBody>
          <a:bodyPr/>
          <a:lstStyle/>
          <a:p>
            <a:fld id="{746FD205-8D79-439C-A802-2377436AEC8A}" type="slidenum">
              <a:rPr/>
              <a:pPr/>
              <a:t>‹#›</a:t>
            </a:fld>
            <a:endParaRPr kumimoji="1" lang="ja-JP"/>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11" name="Right Triangle 10"/>
          <p:cNvSpPr/>
          <p:nvPr/>
        </p:nvSpPr>
        <p:spPr>
          <a:xfrm>
            <a:off x="7034" y="14068"/>
            <a:ext cx="9129932" cy="6836899"/>
          </a:xfrm>
          <a:prstGeom prst="rtTriangle">
            <a:avLst/>
          </a:prstGeom>
          <a:gradFill flip="none" rotWithShape="1">
            <a:gsLst>
              <a:gs pos="0">
                <a:schemeClr val="tx2">
                  <a:alpha val="10000"/>
                </a:schemeClr>
              </a:gs>
              <a:gs pos="70000">
                <a:schemeClr val="tx2">
                  <a:alpha val="8000"/>
                </a:schemeClr>
              </a:gs>
              <a:gs pos="100000">
                <a:schemeClr val="tx2">
                  <a:alpha val="1000"/>
                </a:schemeClr>
              </a:gs>
            </a:gsLst>
            <a:lin ang="80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1" lang="ja-JP"/>
          </a:p>
        </p:txBody>
      </p:sp>
      <p:cxnSp>
        <p:nvCxnSpPr>
          <p:cNvPr id="8" name="Straight Connector 7"/>
          <p:cNvCxnSpPr/>
          <p:nvPr/>
        </p:nvCxnSpPr>
        <p:spPr>
          <a:xfrm>
            <a:off x="0" y="7034"/>
            <a:ext cx="9136966" cy="6843933"/>
          </a:xfrm>
          <a:prstGeom prst="line">
            <a:avLst/>
          </a:prstGeom>
          <a:noFill/>
          <a:ln w="5000" cap="rnd" cmpd="sng" algn="ctr">
            <a:solidFill>
              <a:schemeClr val="bg2">
                <a:tint val="55000"/>
                <a:satMod val="200000"/>
                <a:alpha val="35000"/>
              </a:scheme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rot="10800000" flipV="1">
            <a:off x="6468794" y="4948410"/>
            <a:ext cx="2672861" cy="1900210"/>
          </a:xfrm>
          <a:prstGeom prst="line">
            <a:avLst/>
          </a:prstGeom>
          <a:noFill/>
          <a:ln w="6000" cap="rnd" cmpd="sng" algn="ctr">
            <a:solidFill>
              <a:schemeClr val="bg2">
                <a:tint val="50000"/>
                <a:satMod val="200000"/>
                <a:alpha val="4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22" name="Title Placeholder 21"/>
          <p:cNvSpPr>
            <a:spLocks noGrp="1"/>
          </p:cNvSpPr>
          <p:nvPr>
            <p:ph type="title"/>
          </p:nvPr>
        </p:nvSpPr>
        <p:spPr>
          <a:xfrm>
            <a:off x="457200" y="267494"/>
            <a:ext cx="8229600" cy="1104106"/>
          </a:xfrm>
          <a:prstGeom prst="rect">
            <a:avLst/>
          </a:prstGeom>
        </p:spPr>
        <p:txBody>
          <a:bodyPr vert="horz" anchor="ctr">
            <a:normAutofit/>
          </a:bodyPr>
          <a:lstStyle/>
          <a:p>
            <a:r>
              <a:rPr kumimoji="1" lang="ja-JP"/>
              <a:t>クリックしてマスタ タイトル スタイルを編集する</a:t>
            </a:r>
          </a:p>
        </p:txBody>
      </p:sp>
      <p:sp>
        <p:nvSpPr>
          <p:cNvPr id="13" name="Text Placeholder 12"/>
          <p:cNvSpPr>
            <a:spLocks noGrp="1"/>
          </p:cNvSpPr>
          <p:nvPr>
            <p:ph type="body" idx="1"/>
          </p:nvPr>
        </p:nvSpPr>
        <p:spPr>
          <a:xfrm>
            <a:off x="457200" y="1524000"/>
            <a:ext cx="8229600" cy="4648200"/>
          </a:xfrm>
          <a:prstGeom prst="rect">
            <a:avLst/>
          </a:prstGeom>
        </p:spPr>
        <p:txBody>
          <a:bodyPr vert="horz" anchor="t">
            <a:normAutofit/>
          </a:bodyPr>
          <a:lstStyle/>
          <a:p>
            <a:pPr lvl="0" eaLnBrk="1" latinLnBrk="0" hangingPunct="1"/>
            <a:r>
              <a:rPr kumimoji="1" lang="ja-JP"/>
              <a:t>クリックしてマスタ テキスト スタイルを編集する</a:t>
            </a:r>
          </a:p>
          <a:p>
            <a:pPr lvl="1" eaLnBrk="1" latinLnBrk="0" hangingPunct="1"/>
            <a:r>
              <a:rPr kumimoji="1" lang="ja-JP"/>
              <a:t>第 2 レベル</a:t>
            </a:r>
          </a:p>
          <a:p>
            <a:pPr lvl="2" eaLnBrk="1" latinLnBrk="0" hangingPunct="1"/>
            <a:r>
              <a:rPr kumimoji="1" lang="ja-JP"/>
              <a:t>第 3 レベル</a:t>
            </a:r>
          </a:p>
          <a:p>
            <a:pPr lvl="3" eaLnBrk="1" latinLnBrk="0" hangingPunct="1"/>
            <a:r>
              <a:rPr kumimoji="1" lang="ja-JP"/>
              <a:t>第 4 レベル</a:t>
            </a:r>
          </a:p>
          <a:p>
            <a:pPr lvl="4" eaLnBrk="1" latinLnBrk="0" hangingPunct="1"/>
            <a:r>
              <a:rPr kumimoji="1" lang="ja-JP"/>
              <a:t>第 5 レベル</a:t>
            </a:r>
          </a:p>
        </p:txBody>
      </p:sp>
      <p:sp>
        <p:nvSpPr>
          <p:cNvPr id="14" name="Date Placeholder 13"/>
          <p:cNvSpPr>
            <a:spLocks noGrp="1"/>
          </p:cNvSpPr>
          <p:nvPr>
            <p:ph type="dt" sz="half" idx="2"/>
          </p:nvPr>
        </p:nvSpPr>
        <p:spPr>
          <a:xfrm>
            <a:off x="4791456" y="6365748"/>
            <a:ext cx="2133600" cy="301752"/>
          </a:xfrm>
          <a:prstGeom prst="rect">
            <a:avLst/>
          </a:prstGeom>
        </p:spPr>
        <p:txBody>
          <a:bodyPr vert="horz" anchor="b"/>
          <a:lstStyle>
            <a:lvl1pPr algn="l" eaLnBrk="1" latinLnBrk="0" hangingPunct="1">
              <a:defRPr kumimoji="1" lang="ja-JP" sz="1000" b="0">
                <a:solidFill>
                  <a:schemeClr val="tx1"/>
                </a:solidFill>
              </a:defRPr>
            </a:lvl1pPr>
          </a:lstStyle>
          <a:p>
            <a:fld id="{0ABAC977-30FA-477C-9A84-AFCB3E072BCA}" type="datetime1">
              <a:rPr lang="ja-JP" altLang="en-US"/>
              <a:pPr/>
              <a:t>2015/10/23</a:t>
            </a:fld>
            <a:endParaRPr kumimoji="1" lang="ja-JP"/>
          </a:p>
        </p:txBody>
      </p:sp>
      <p:sp>
        <p:nvSpPr>
          <p:cNvPr id="3" name="Footer Placeholder 2"/>
          <p:cNvSpPr>
            <a:spLocks noGrp="1"/>
          </p:cNvSpPr>
          <p:nvPr>
            <p:ph type="ftr" sz="quarter" idx="3"/>
          </p:nvPr>
        </p:nvSpPr>
        <p:spPr>
          <a:xfrm>
            <a:off x="457200" y="6366669"/>
            <a:ext cx="4260056" cy="300831"/>
          </a:xfrm>
          <a:prstGeom prst="rect">
            <a:avLst/>
          </a:prstGeom>
        </p:spPr>
        <p:txBody>
          <a:bodyPr vert="horz" anchor="b"/>
          <a:lstStyle>
            <a:lvl1pPr algn="r" eaLnBrk="1" latinLnBrk="0" hangingPunct="1">
              <a:defRPr kumimoji="1" lang="ja-JP" sz="1000">
                <a:solidFill>
                  <a:schemeClr val="tx1"/>
                </a:solidFill>
              </a:defRPr>
            </a:lvl1pPr>
          </a:lstStyle>
          <a:p>
            <a:r>
              <a:rPr kumimoji="1" lang="ja-JP"/>
              <a:t>自社のロゴ</a:t>
            </a:r>
          </a:p>
        </p:txBody>
      </p:sp>
      <p:sp>
        <p:nvSpPr>
          <p:cNvPr id="23" name="Slide Number Placeholder 22"/>
          <p:cNvSpPr>
            <a:spLocks noGrp="1"/>
          </p:cNvSpPr>
          <p:nvPr>
            <p:ph type="sldNum" sz="quarter" idx="4"/>
          </p:nvPr>
        </p:nvSpPr>
        <p:spPr>
          <a:xfrm>
            <a:off x="7589520" y="6365748"/>
            <a:ext cx="502920" cy="301752"/>
          </a:xfrm>
          <a:prstGeom prst="rect">
            <a:avLst/>
          </a:prstGeom>
        </p:spPr>
        <p:txBody>
          <a:bodyPr vert="horz" anchor="b"/>
          <a:lstStyle>
            <a:lvl1pPr algn="ctr" eaLnBrk="1" latinLnBrk="0" hangingPunct="1">
              <a:defRPr kumimoji="1" lang="ja-JP" sz="1200">
                <a:solidFill>
                  <a:schemeClr val="tx1"/>
                </a:solidFill>
              </a:defRPr>
            </a:lvl1pPr>
          </a:lstStyle>
          <a:p>
            <a:fld id="{746FD205-8D79-439C-A802-2377436AEC8A}" type="slidenum">
              <a:rPr/>
              <a:pPr/>
              <a:t>‹#›</a:t>
            </a:fld>
            <a:endParaRPr kumimoji="1" lang="ja-JP"/>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dt="0"/>
  <p:txStyles>
    <p:titleStyle>
      <a:lvl1pPr marL="484632" algn="l" rtl="0" eaLnBrk="1" latinLnBrk="0" hangingPunct="1">
        <a:spcBef>
          <a:spcPct val="0"/>
        </a:spcBef>
        <a:buNone/>
        <a:defRPr kumimoji="1" lang="ja-JP" sz="4200" kern="1200">
          <a:ln w="6350">
            <a:noFill/>
          </a:ln>
          <a:solidFill>
            <a:schemeClr val="tx2"/>
          </a:solidFill>
          <a:effectLst/>
          <a:latin typeface="+mj-lt"/>
          <a:ea typeface="+mj-ea"/>
          <a:cs typeface="+mj-cs"/>
        </a:defRPr>
      </a:lvl1pPr>
    </p:titleStyle>
    <p:bodyStyle>
      <a:lvl1pPr marL="448056" indent="-384048" algn="l" rtl="0" eaLnBrk="1" latinLnBrk="0" hangingPunct="1">
        <a:spcBef>
          <a:spcPct val="20000"/>
        </a:spcBef>
        <a:buClr>
          <a:schemeClr val="accent1"/>
        </a:buClr>
        <a:buSzPct val="80000"/>
        <a:buFont typeface="Wingdings 2"/>
        <a:buChar char=""/>
        <a:defRPr kumimoji="1" lang="ja-JP" sz="3000" kern="1200">
          <a:solidFill>
            <a:schemeClr val="tx1"/>
          </a:solidFill>
          <a:latin typeface="+mn-lt"/>
          <a:ea typeface="+mn-ea"/>
          <a:cs typeface="+mn-cs"/>
        </a:defRPr>
      </a:lvl1pPr>
      <a:lvl2pPr marL="822960" indent="-285750" algn="l" rtl="0" eaLnBrk="1" latinLnBrk="0" hangingPunct="1">
        <a:spcBef>
          <a:spcPct val="20000"/>
        </a:spcBef>
        <a:buClr>
          <a:schemeClr val="accent1"/>
        </a:buClr>
        <a:buSzPct val="95000"/>
        <a:buFont typeface="Verdana"/>
        <a:buChar char="›"/>
        <a:defRPr kumimoji="1" lang="ja-JP" sz="2600" kern="1200">
          <a:solidFill>
            <a:schemeClr val="tx1"/>
          </a:solidFill>
          <a:latin typeface="+mn-lt"/>
          <a:ea typeface="+mn-ea"/>
          <a:cs typeface="+mn-cs"/>
        </a:defRPr>
      </a:lvl2pPr>
      <a:lvl3pPr marL="1106424" indent="-228600" algn="l" rtl="0" eaLnBrk="1" latinLnBrk="0" hangingPunct="1">
        <a:spcBef>
          <a:spcPct val="20000"/>
        </a:spcBef>
        <a:buClr>
          <a:schemeClr val="accent1"/>
        </a:buClr>
        <a:buFont typeface="Wingdings 2"/>
        <a:buChar char=""/>
        <a:defRPr kumimoji="1" lang="ja-JP" sz="2400" kern="1200">
          <a:solidFill>
            <a:schemeClr val="tx1"/>
          </a:solidFill>
          <a:latin typeface="+mn-lt"/>
          <a:ea typeface="+mn-ea"/>
          <a:cs typeface="+mn-cs"/>
        </a:defRPr>
      </a:lvl3pPr>
      <a:lvl4pPr marL="1371600" indent="-210312" algn="l" rtl="0" eaLnBrk="1" latinLnBrk="0" hangingPunct="1">
        <a:spcBef>
          <a:spcPct val="20000"/>
        </a:spcBef>
        <a:buClr>
          <a:schemeClr val="accent1"/>
        </a:buClr>
        <a:buFont typeface="Wingdings 2"/>
        <a:buChar char=""/>
        <a:defRPr kumimoji="1" lang="ja-JP" sz="2000" kern="1200">
          <a:solidFill>
            <a:schemeClr val="tx1"/>
          </a:solidFill>
          <a:latin typeface="+mn-lt"/>
          <a:ea typeface="+mn-ea"/>
          <a:cs typeface="+mn-cs"/>
        </a:defRPr>
      </a:lvl4pPr>
      <a:lvl5pPr marL="1600200" indent="-210312" algn="l" rtl="0" eaLnBrk="1" latinLnBrk="0" hangingPunct="1">
        <a:spcBef>
          <a:spcPct val="20000"/>
        </a:spcBef>
        <a:buClr>
          <a:schemeClr val="accent1">
            <a:tint val="75000"/>
          </a:schemeClr>
        </a:buClr>
        <a:buFont typeface="Wingdings 2"/>
        <a:buChar char=""/>
        <a:defRPr kumimoji="1" lang="ja-JP" sz="1900" kern="1200">
          <a:solidFill>
            <a:schemeClr val="tx1"/>
          </a:solidFill>
          <a:latin typeface="+mn-lt"/>
          <a:ea typeface="+mn-ea"/>
          <a:cs typeface="+mn-cs"/>
        </a:defRPr>
      </a:lvl5pPr>
      <a:lvl6pPr marL="1828800" indent="-210312" algn="l" rtl="0" eaLnBrk="1" latinLnBrk="0" hangingPunct="1">
        <a:spcBef>
          <a:spcPct val="20000"/>
        </a:spcBef>
        <a:buClr>
          <a:schemeClr val="accent1">
            <a:tint val="75000"/>
          </a:schemeClr>
        </a:buClr>
        <a:buFont typeface="Wingdings 2"/>
        <a:buChar char=""/>
        <a:defRPr kumimoji="1" lang="ja-JP" sz="1800" kern="1200">
          <a:solidFill>
            <a:schemeClr val="tx1"/>
          </a:solidFill>
          <a:latin typeface="+mn-lt"/>
          <a:ea typeface="+mn-ea"/>
          <a:cs typeface="+mn-cs"/>
        </a:defRPr>
      </a:lvl6pPr>
      <a:lvl7pPr marL="2084832" indent="-210312" algn="l" rtl="0" eaLnBrk="1" latinLnBrk="0" hangingPunct="1">
        <a:spcBef>
          <a:spcPct val="20000"/>
        </a:spcBef>
        <a:buClr>
          <a:schemeClr val="accent1">
            <a:tint val="75000"/>
          </a:schemeClr>
        </a:buClr>
        <a:buFont typeface="Wingdings 2"/>
        <a:buChar char=""/>
        <a:defRPr kumimoji="1" lang="ja-JP" sz="1600" kern="1200">
          <a:solidFill>
            <a:schemeClr val="tx1"/>
          </a:solidFill>
          <a:latin typeface="+mn-lt"/>
          <a:ea typeface="+mn-ea"/>
          <a:cs typeface="+mn-cs"/>
        </a:defRPr>
      </a:lvl7pPr>
      <a:lvl8pPr marL="2286000" indent="-182880" algn="l" rtl="0" eaLnBrk="1" latinLnBrk="0" hangingPunct="1">
        <a:spcBef>
          <a:spcPct val="20000"/>
        </a:spcBef>
        <a:buClr>
          <a:schemeClr val="accent1">
            <a:tint val="75000"/>
          </a:schemeClr>
        </a:buClr>
        <a:buFont typeface="Wingdings 2"/>
        <a:buChar char=""/>
        <a:defRPr kumimoji="1" lang="ja-JP" sz="1600" kern="1200">
          <a:solidFill>
            <a:schemeClr val="tx1"/>
          </a:solidFill>
          <a:latin typeface="+mn-lt"/>
          <a:ea typeface="+mn-ea"/>
          <a:cs typeface="+mn-cs"/>
        </a:defRPr>
      </a:lvl8pPr>
      <a:lvl9pPr marL="2514600" indent="-182880" algn="l" rtl="0" eaLnBrk="1" latinLnBrk="0" hangingPunct="1">
        <a:spcBef>
          <a:spcPct val="20000"/>
        </a:spcBef>
        <a:buClr>
          <a:schemeClr val="accent1">
            <a:tint val="75000"/>
          </a:schemeClr>
        </a:buClr>
        <a:buFont typeface="Wingdings 2"/>
        <a:buChar char=""/>
        <a:defRPr kumimoji="1" lang="ja-JP" sz="1600" kern="1200">
          <a:solidFill>
            <a:schemeClr val="tx1"/>
          </a:solidFill>
          <a:latin typeface="+mn-lt"/>
          <a:ea typeface="+mn-ea"/>
          <a:cs typeface="+mn-cs"/>
        </a:defRPr>
      </a:lvl9pPr>
    </p:bodyStyle>
    <p:otherStyle>
      <a:lvl1pPr marL="0" algn="l" rtl="0" eaLnBrk="1" latinLnBrk="0" hangingPunct="1">
        <a:defRPr kumimoji="1" lang="ja-JP" kern="1200">
          <a:solidFill>
            <a:schemeClr val="tx1"/>
          </a:solidFill>
          <a:latin typeface="+mn-lt"/>
          <a:ea typeface="+mn-ea"/>
          <a:cs typeface="+mn-cs"/>
        </a:defRPr>
      </a:lvl1pPr>
      <a:lvl2pPr marL="457200" algn="l" rtl="0" eaLnBrk="1" latinLnBrk="0" hangingPunct="1">
        <a:defRPr kumimoji="1" lang="ja-JP" kern="1200">
          <a:solidFill>
            <a:schemeClr val="tx1"/>
          </a:solidFill>
          <a:latin typeface="+mn-lt"/>
          <a:ea typeface="+mn-ea"/>
          <a:cs typeface="+mn-cs"/>
        </a:defRPr>
      </a:lvl2pPr>
      <a:lvl3pPr marL="914400" algn="l" rtl="0" eaLnBrk="1" latinLnBrk="0" hangingPunct="1">
        <a:defRPr kumimoji="1" lang="ja-JP" kern="1200">
          <a:solidFill>
            <a:schemeClr val="tx1"/>
          </a:solidFill>
          <a:latin typeface="+mn-lt"/>
          <a:ea typeface="+mn-ea"/>
          <a:cs typeface="+mn-cs"/>
        </a:defRPr>
      </a:lvl3pPr>
      <a:lvl4pPr marL="1371600" algn="l" rtl="0" eaLnBrk="1" latinLnBrk="0" hangingPunct="1">
        <a:defRPr kumimoji="1" lang="ja-JP" kern="1200">
          <a:solidFill>
            <a:schemeClr val="tx1"/>
          </a:solidFill>
          <a:latin typeface="+mn-lt"/>
          <a:ea typeface="+mn-ea"/>
          <a:cs typeface="+mn-cs"/>
        </a:defRPr>
      </a:lvl4pPr>
      <a:lvl5pPr marL="1828800" algn="l" rtl="0" eaLnBrk="1" latinLnBrk="0" hangingPunct="1">
        <a:defRPr kumimoji="1" lang="ja-JP" kern="1200">
          <a:solidFill>
            <a:schemeClr val="tx1"/>
          </a:solidFill>
          <a:latin typeface="+mn-lt"/>
          <a:ea typeface="+mn-ea"/>
          <a:cs typeface="+mn-cs"/>
        </a:defRPr>
      </a:lvl5pPr>
      <a:lvl6pPr marL="2286000" algn="l" rtl="0" eaLnBrk="1" latinLnBrk="0" hangingPunct="1">
        <a:defRPr kumimoji="1" lang="ja-JP" kern="1200">
          <a:solidFill>
            <a:schemeClr val="tx1"/>
          </a:solidFill>
          <a:latin typeface="+mn-lt"/>
          <a:ea typeface="+mn-ea"/>
          <a:cs typeface="+mn-cs"/>
        </a:defRPr>
      </a:lvl6pPr>
      <a:lvl7pPr marL="2743200" algn="l" rtl="0" eaLnBrk="1" latinLnBrk="0" hangingPunct="1">
        <a:defRPr kumimoji="1" lang="ja-JP" kern="1200">
          <a:solidFill>
            <a:schemeClr val="tx1"/>
          </a:solidFill>
          <a:latin typeface="+mn-lt"/>
          <a:ea typeface="+mn-ea"/>
          <a:cs typeface="+mn-cs"/>
        </a:defRPr>
      </a:lvl7pPr>
      <a:lvl8pPr marL="3200400" algn="l" rtl="0" eaLnBrk="1" latinLnBrk="0" hangingPunct="1">
        <a:defRPr kumimoji="1" lang="ja-JP" kern="1200">
          <a:solidFill>
            <a:schemeClr val="tx1"/>
          </a:solidFill>
          <a:latin typeface="+mn-lt"/>
          <a:ea typeface="+mn-ea"/>
          <a:cs typeface="+mn-cs"/>
        </a:defRPr>
      </a:lvl8pPr>
      <a:lvl9pPr marL="3657600" algn="l" rtl="0" eaLnBrk="1" latinLnBrk="0" hangingPunct="1">
        <a:defRPr kumimoji="1" lang="ja-JP"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vmlDrawing" Target="../drawings/vmlDrawing3.vml"/><Relationship Id="rId5" Type="http://schemas.openxmlformats.org/officeDocument/2006/relationships/image" Target="../media/image2.png"/><Relationship Id="rId4" Type="http://schemas.openxmlformats.org/officeDocument/2006/relationships/oleObject" Target="../embeddings/oleObject3.bin"/></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3.png"/><Relationship Id="rId7"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6.jpe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15.jpeg"/><Relationship Id="rId5" Type="http://schemas.openxmlformats.org/officeDocument/2006/relationships/image" Target="../media/image14.jpeg"/><Relationship Id="rId4" Type="http://schemas.openxmlformats.org/officeDocument/2006/relationships/image" Target="../media/image13.gif"/></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kumimoji="1" lang="en-US" altLang="ja-JP" dirty="0" smtClean="0">
                <a:latin typeface="メイリオ" panose="020B0604030504040204" pitchFamily="50" charset="-128"/>
                <a:ea typeface="メイリオ" panose="020B0604030504040204" pitchFamily="50" charset="-128"/>
              </a:rPr>
              <a:t>KOBE tripbook maker</a:t>
            </a:r>
            <a:br>
              <a:rPr kumimoji="1" lang="en-US" altLang="ja-JP" dirty="0" smtClean="0">
                <a:latin typeface="メイリオ" panose="020B0604030504040204" pitchFamily="50" charset="-128"/>
                <a:ea typeface="メイリオ" panose="020B0604030504040204" pitchFamily="50" charset="-128"/>
              </a:rPr>
            </a:br>
            <a:r>
              <a:rPr kumimoji="1" lang="en-US" altLang="ja-JP" sz="3200" dirty="0" smtClean="0">
                <a:latin typeface="メイリオ" panose="020B0604030504040204" pitchFamily="50" charset="-128"/>
                <a:ea typeface="メイリオ" panose="020B0604030504040204" pitchFamily="50" charset="-128"/>
              </a:rPr>
              <a:t>-</a:t>
            </a:r>
            <a:r>
              <a:rPr kumimoji="1" lang="ja-JP" altLang="en-US" sz="3200" dirty="0" smtClean="0">
                <a:latin typeface="メイリオ" panose="020B0604030504040204" pitchFamily="50" charset="-128"/>
                <a:ea typeface="メイリオ" panose="020B0604030504040204" pitchFamily="50" charset="-128"/>
              </a:rPr>
              <a:t>神戸の旅を創ろう</a:t>
            </a:r>
            <a:r>
              <a:rPr kumimoji="1" lang="en-US" altLang="ja-JP" sz="3200" dirty="0" smtClean="0">
                <a:latin typeface="メイリオ" panose="020B0604030504040204" pitchFamily="50" charset="-128"/>
                <a:ea typeface="メイリオ" panose="020B0604030504040204" pitchFamily="50" charset="-128"/>
              </a:rPr>
              <a:t>-</a:t>
            </a:r>
            <a:endParaRPr kumimoji="1" lang="ja-JP" sz="2800" dirty="0">
              <a:latin typeface="メイリオ" panose="020B0604030504040204" pitchFamily="50" charset="-128"/>
              <a:ea typeface="メイリオ" panose="020B0604030504040204" pitchFamily="50" charset="-128"/>
            </a:endParaRPr>
          </a:p>
        </p:txBody>
      </p:sp>
      <p:sp>
        <p:nvSpPr>
          <p:cNvPr id="3" name="Subtitle 2"/>
          <p:cNvSpPr>
            <a:spLocks noGrp="1"/>
          </p:cNvSpPr>
          <p:nvPr>
            <p:ph type="subTitle" idx="1"/>
          </p:nvPr>
        </p:nvSpPr>
        <p:spPr>
          <a:xfrm>
            <a:off x="540544" y="2276872"/>
            <a:ext cx="8062912" cy="2169320"/>
          </a:xfrm>
        </p:spPr>
        <p:txBody>
          <a:bodyPr/>
          <a:lstStyle/>
          <a:p>
            <a:r>
              <a:rPr kumimoji="1" lang="ja-JP" altLang="en-US" dirty="0" smtClean="0">
                <a:latin typeface="メイリオ" panose="020B0604030504040204" pitchFamily="50" charset="-128"/>
                <a:ea typeface="メイリオ" panose="020B0604030504040204" pitchFamily="50" charset="-128"/>
              </a:rPr>
              <a:t>株式会社神戸デジタル・ラボ</a:t>
            </a:r>
            <a:endParaRPr kumimoji="1" lang="en-US" altLang="ja-JP" dirty="0" smtClean="0">
              <a:latin typeface="メイリオ" panose="020B0604030504040204" pitchFamily="50" charset="-128"/>
              <a:ea typeface="メイリオ" panose="020B0604030504040204" pitchFamily="50" charset="-128"/>
            </a:endParaRPr>
          </a:p>
          <a:p>
            <a:r>
              <a:rPr lang="ja-JP" altLang="en-US" dirty="0" smtClean="0">
                <a:latin typeface="メイリオ" panose="020B0604030504040204" pitchFamily="50" charset="-128"/>
                <a:ea typeface="メイリオ" panose="020B0604030504040204" pitchFamily="50" charset="-128"/>
              </a:rPr>
              <a:t>鈴木　礼智</a:t>
            </a:r>
            <a:endParaRPr lang="en-US" altLang="ja-JP" dirty="0" smtClean="0">
              <a:latin typeface="メイリオ" panose="020B0604030504040204" pitchFamily="50" charset="-128"/>
              <a:ea typeface="メイリオ" panose="020B0604030504040204" pitchFamily="50" charset="-128"/>
            </a:endParaRPr>
          </a:p>
          <a:p>
            <a:r>
              <a:rPr kumimoji="1" lang="ja-JP" altLang="en-US" dirty="0" smtClean="0">
                <a:latin typeface="メイリオ" panose="020B0604030504040204" pitchFamily="50" charset="-128"/>
                <a:ea typeface="メイリオ" panose="020B0604030504040204" pitchFamily="50" charset="-128"/>
              </a:rPr>
              <a:t>西村　朋晃</a:t>
            </a:r>
            <a:endParaRPr kumimoji="1" lang="ja-JP" dirty="0" smtClean="0">
              <a:latin typeface="メイリオ" panose="020B0604030504040204" pitchFamily="50" charset="-128"/>
              <a:ea typeface="メイリオ" panose="020B0604030504040204" pitchFamily="50" charset="-128"/>
            </a:endParaRPr>
          </a:p>
          <a:p>
            <a:r>
              <a:rPr kumimoji="1" lang="ja-JP" dirty="0" smtClean="0">
                <a:latin typeface="メイリオ" panose="020B0604030504040204" pitchFamily="50" charset="-128"/>
                <a:ea typeface="メイリオ" panose="020B0604030504040204" pitchFamily="50" charset="-128"/>
              </a:rPr>
              <a:t>20</a:t>
            </a:r>
            <a:r>
              <a:rPr kumimoji="1" lang="en-US" altLang="ja-JP" dirty="0" smtClean="0">
                <a:latin typeface="メイリオ" panose="020B0604030504040204" pitchFamily="50" charset="-128"/>
                <a:ea typeface="メイリオ" panose="020B0604030504040204" pitchFamily="50" charset="-128"/>
              </a:rPr>
              <a:t>15</a:t>
            </a:r>
            <a:r>
              <a:rPr kumimoji="1" lang="ja-JP" dirty="0" smtClean="0">
                <a:latin typeface="メイリオ" panose="020B0604030504040204" pitchFamily="50" charset="-128"/>
                <a:ea typeface="メイリオ" panose="020B0604030504040204" pitchFamily="50" charset="-128"/>
              </a:rPr>
              <a:t> 年 </a:t>
            </a:r>
            <a:r>
              <a:rPr kumimoji="1" lang="en-US" altLang="ja-JP" dirty="0" smtClean="0">
                <a:latin typeface="メイリオ" panose="020B0604030504040204" pitchFamily="50" charset="-128"/>
                <a:ea typeface="メイリオ" panose="020B0604030504040204" pitchFamily="50" charset="-128"/>
              </a:rPr>
              <a:t>10</a:t>
            </a:r>
            <a:r>
              <a:rPr kumimoji="1" lang="ja-JP" dirty="0" smtClean="0">
                <a:latin typeface="メイリオ" panose="020B0604030504040204" pitchFamily="50" charset="-128"/>
                <a:ea typeface="メイリオ" panose="020B0604030504040204" pitchFamily="50" charset="-128"/>
              </a:rPr>
              <a:t> 月 2</a:t>
            </a:r>
            <a:r>
              <a:rPr kumimoji="1" lang="en-US" altLang="ja-JP" dirty="0" smtClean="0">
                <a:latin typeface="メイリオ" panose="020B0604030504040204" pitchFamily="50" charset="-128"/>
                <a:ea typeface="メイリオ" panose="020B0604030504040204" pitchFamily="50" charset="-128"/>
              </a:rPr>
              <a:t>3</a:t>
            </a:r>
            <a:r>
              <a:rPr kumimoji="1" lang="ja-JP" dirty="0" smtClean="0">
                <a:latin typeface="メイリオ" panose="020B0604030504040204" pitchFamily="50" charset="-128"/>
                <a:ea typeface="メイリオ" panose="020B0604030504040204" pitchFamily="50" charset="-128"/>
              </a:rPr>
              <a:t> 日</a:t>
            </a:r>
            <a:endParaRPr kumimoji="1" lang="ja-JP" dirty="0">
              <a:latin typeface="メイリオ" panose="020B0604030504040204" pitchFamily="50" charset="-128"/>
              <a:ea typeface="メイリオ" panose="020B0604030504040204" pitchFamily="50" charset="-128"/>
            </a:endParaRPr>
          </a:p>
        </p:txBody>
      </p:sp>
      <p:graphicFrame>
        <p:nvGraphicFramePr>
          <p:cNvPr id="5" name="Object 15"/>
          <p:cNvGraphicFramePr>
            <a:graphicFrameLocks noChangeAspect="1"/>
          </p:cNvGraphicFramePr>
          <p:nvPr>
            <p:extLst>
              <p:ext uri="{D42A27DB-BD31-4B8C-83A1-F6EECF244321}">
                <p14:modId xmlns:p14="http://schemas.microsoft.com/office/powerpoint/2010/main" val="484317787"/>
              </p:ext>
            </p:extLst>
          </p:nvPr>
        </p:nvGraphicFramePr>
        <p:xfrm>
          <a:off x="179512" y="6309320"/>
          <a:ext cx="604838" cy="390525"/>
        </p:xfrm>
        <a:graphic>
          <a:graphicData uri="http://schemas.openxmlformats.org/presentationml/2006/ole">
            <mc:AlternateContent xmlns:mc="http://schemas.openxmlformats.org/markup-compatibility/2006">
              <mc:Choice xmlns:v="urn:schemas-microsoft-com:vml" Requires="v">
                <p:oleObj spid="_x0000_s3109" name="Photo Editor 写真" r:id="rId4" imgW="752381" imgH="485586" progId="">
                  <p:embed/>
                </p:oleObj>
              </mc:Choice>
              <mc:Fallback>
                <p:oleObj name="Photo Editor 写真" r:id="rId4" imgW="752381" imgH="485586" progId="">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9512" y="6309320"/>
                        <a:ext cx="604838" cy="390525"/>
                      </a:xfrm>
                      <a:prstGeom prst="rect">
                        <a:avLst/>
                      </a:prstGeom>
                      <a:noFill/>
                      <a:ln>
                        <a:noFill/>
                      </a:ln>
                      <a:effectLst/>
                      <a:extLst/>
                    </p:spPr>
                  </p:pic>
                </p:oleObj>
              </mc:Fallback>
            </mc:AlternateContent>
          </a:graphicData>
        </a:graphic>
      </p:graphicFrame>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kumimoji="1" lang="ja-JP" altLang="en-US" sz="2800" dirty="0" smtClean="0">
                <a:latin typeface="メイリオ" panose="020B0604030504040204" pitchFamily="50" charset="-128"/>
                <a:ea typeface="メイリオ" panose="020B0604030504040204" pitchFamily="50" charset="-128"/>
              </a:rPr>
              <a:t>背景</a:t>
            </a:r>
            <a:endParaRPr kumimoji="1" lang="en-US" altLang="ja-JP" sz="2800" dirty="0" smtClean="0">
              <a:latin typeface="メイリオ" panose="020B0604030504040204" pitchFamily="50" charset="-128"/>
              <a:ea typeface="メイリオ" panose="020B0604030504040204" pitchFamily="50" charset="-128"/>
            </a:endParaRPr>
          </a:p>
          <a:p>
            <a:r>
              <a:rPr lang="ja-JP" altLang="en-US" sz="2800" dirty="0" smtClean="0">
                <a:latin typeface="メイリオ" panose="020B0604030504040204" pitchFamily="50" charset="-128"/>
                <a:ea typeface="メイリオ" panose="020B0604030504040204" pitchFamily="50" charset="-128"/>
              </a:rPr>
              <a:t>現状・課題</a:t>
            </a:r>
            <a:endParaRPr kumimoji="1" lang="en-US" altLang="ja-JP" sz="2800" dirty="0" smtClean="0">
              <a:latin typeface="メイリオ" panose="020B0604030504040204" pitchFamily="50" charset="-128"/>
              <a:ea typeface="メイリオ" panose="020B0604030504040204" pitchFamily="50" charset="-128"/>
            </a:endParaRPr>
          </a:p>
          <a:p>
            <a:r>
              <a:rPr kumimoji="1" lang="ja-JP" altLang="en-US" sz="2800" dirty="0" smtClean="0">
                <a:latin typeface="メイリオ" panose="020B0604030504040204" pitchFamily="50" charset="-128"/>
                <a:ea typeface="メイリオ" panose="020B0604030504040204" pitchFamily="50" charset="-128"/>
              </a:rPr>
              <a:t>企画コンセプト</a:t>
            </a:r>
            <a:endParaRPr kumimoji="1" lang="en-US" altLang="ja-JP" sz="2800" dirty="0" smtClean="0">
              <a:latin typeface="メイリオ" panose="020B0604030504040204" pitchFamily="50" charset="-128"/>
              <a:ea typeface="メイリオ" panose="020B0604030504040204" pitchFamily="50" charset="-128"/>
            </a:endParaRPr>
          </a:p>
          <a:p>
            <a:r>
              <a:rPr kumimoji="1" lang="ja-JP" altLang="en-US" sz="2800" dirty="0" smtClean="0">
                <a:latin typeface="メイリオ" panose="020B0604030504040204" pitchFamily="50" charset="-128"/>
                <a:ea typeface="メイリオ" panose="020B0604030504040204" pitchFamily="50" charset="-128"/>
              </a:rPr>
              <a:t>課題解決施策（本アプリケーションの概要）</a:t>
            </a:r>
            <a:endParaRPr kumimoji="1" lang="en-US" altLang="ja-JP" sz="2800" dirty="0" smtClean="0">
              <a:latin typeface="メイリオ" panose="020B0604030504040204" pitchFamily="50" charset="-128"/>
              <a:ea typeface="メイリオ" panose="020B0604030504040204" pitchFamily="50" charset="-128"/>
            </a:endParaRPr>
          </a:p>
          <a:p>
            <a:r>
              <a:rPr kumimoji="1" lang="ja-JP" altLang="en-US" sz="2800" dirty="0" smtClean="0">
                <a:latin typeface="メイリオ" panose="020B0604030504040204" pitchFamily="50" charset="-128"/>
                <a:ea typeface="メイリオ" panose="020B0604030504040204" pitchFamily="50" charset="-128"/>
              </a:rPr>
              <a:t>課題解決イメージ</a:t>
            </a:r>
            <a:endParaRPr kumimoji="1" lang="en-US" altLang="ja-JP" sz="2800" dirty="0" smtClean="0">
              <a:latin typeface="メイリオ" panose="020B0604030504040204" pitchFamily="50" charset="-128"/>
              <a:ea typeface="メイリオ" panose="020B0604030504040204" pitchFamily="50" charset="-128"/>
            </a:endParaRPr>
          </a:p>
          <a:p>
            <a:r>
              <a:rPr kumimoji="1" lang="ja-JP" altLang="en-US" sz="2800" dirty="0" smtClean="0">
                <a:latin typeface="メイリオ" panose="020B0604030504040204" pitchFamily="50" charset="-128"/>
                <a:ea typeface="メイリオ" panose="020B0604030504040204" pitchFamily="50" charset="-128"/>
              </a:rPr>
              <a:t>今後の展望</a:t>
            </a:r>
            <a:endParaRPr kumimoji="1" lang="en-US" altLang="ja-JP" sz="2800" dirty="0" smtClean="0">
              <a:latin typeface="メイリオ" panose="020B0604030504040204" pitchFamily="50" charset="-128"/>
              <a:ea typeface="メイリオ" panose="020B0604030504040204" pitchFamily="50" charset="-128"/>
            </a:endParaRPr>
          </a:p>
          <a:p>
            <a:r>
              <a:rPr lang="ja-JP" altLang="en-US" sz="2800" dirty="0">
                <a:latin typeface="メイリオ" panose="020B0604030504040204" pitchFamily="50" charset="-128"/>
                <a:ea typeface="メイリオ" panose="020B0604030504040204" pitchFamily="50" charset="-128"/>
              </a:rPr>
              <a:t>結</a:t>
            </a:r>
            <a:r>
              <a:rPr lang="ja-JP" altLang="en-US" sz="2800" dirty="0" smtClean="0">
                <a:latin typeface="メイリオ" panose="020B0604030504040204" pitchFamily="50" charset="-128"/>
                <a:ea typeface="メイリオ" panose="020B0604030504040204" pitchFamily="50" charset="-128"/>
              </a:rPr>
              <a:t>び</a:t>
            </a:r>
            <a:endParaRPr kumimoji="1" lang="en-US" altLang="ja-JP" sz="2800" dirty="0" smtClean="0">
              <a:latin typeface="メイリオ" panose="020B0604030504040204" pitchFamily="50" charset="-128"/>
              <a:ea typeface="メイリオ" panose="020B0604030504040204" pitchFamily="50" charset="-128"/>
            </a:endParaRPr>
          </a:p>
          <a:p>
            <a:endParaRPr kumimoji="1" lang="en-US" altLang="ja-JP" sz="2800" dirty="0" smtClean="0">
              <a:latin typeface="メイリオ" panose="020B0604030504040204" pitchFamily="50" charset="-128"/>
              <a:ea typeface="メイリオ" panose="020B0604030504040204" pitchFamily="50" charset="-128"/>
            </a:endParaRPr>
          </a:p>
          <a:p>
            <a:endParaRPr kumimoji="1" lang="ja-JP" sz="2800" dirty="0">
              <a:latin typeface="メイリオ" panose="020B0604030504040204" pitchFamily="50" charset="-128"/>
              <a:ea typeface="メイリオ" panose="020B0604030504040204" pitchFamily="50" charset="-128"/>
            </a:endParaRPr>
          </a:p>
        </p:txBody>
      </p:sp>
      <p:sp>
        <p:nvSpPr>
          <p:cNvPr id="2" name="Title 1"/>
          <p:cNvSpPr>
            <a:spLocks noGrp="1"/>
          </p:cNvSpPr>
          <p:nvPr>
            <p:ph type="title"/>
          </p:nvPr>
        </p:nvSpPr>
        <p:spPr/>
        <p:txBody>
          <a:bodyPr/>
          <a:lstStyle/>
          <a:p>
            <a:r>
              <a:rPr kumimoji="1" lang="ja-JP" altLang="en-US" dirty="0" smtClean="0">
                <a:latin typeface="メイリオ" panose="020B0604030504040204" pitchFamily="50" charset="-128"/>
                <a:ea typeface="メイリオ" panose="020B0604030504040204" pitchFamily="50" charset="-128"/>
              </a:rPr>
              <a:t>目次</a:t>
            </a:r>
            <a:endParaRPr kumimoji="1" lang="ja-JP" dirty="0">
              <a:latin typeface="メイリオ" panose="020B0604030504040204" pitchFamily="50" charset="-128"/>
              <a:ea typeface="メイリオ" panose="020B0604030504040204" pitchFamily="50" charset="-128"/>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1" lang="ja-JP" altLang="en-US" dirty="0" smtClean="0">
                <a:latin typeface="メイリオ" panose="020B0604030504040204" pitchFamily="50" charset="-128"/>
                <a:ea typeface="メイリオ" panose="020B0604030504040204" pitchFamily="50" charset="-128"/>
              </a:rPr>
              <a:t>背景</a:t>
            </a:r>
            <a:endParaRPr kumimoji="1" lang="ja-JP" dirty="0">
              <a:latin typeface="メイリオ" panose="020B0604030504040204" pitchFamily="50" charset="-128"/>
              <a:ea typeface="メイリオ" panose="020B0604030504040204" pitchFamily="50" charset="-128"/>
            </a:endParaRPr>
          </a:p>
        </p:txBody>
      </p:sp>
      <p:sp>
        <p:nvSpPr>
          <p:cNvPr id="6" name="Content Placeholder 2"/>
          <p:cNvSpPr>
            <a:spLocks noGrp="1"/>
          </p:cNvSpPr>
          <p:nvPr>
            <p:ph idx="1"/>
          </p:nvPr>
        </p:nvSpPr>
        <p:spPr>
          <a:xfrm>
            <a:off x="457200" y="1524000"/>
            <a:ext cx="8229600" cy="4648200"/>
          </a:xfrm>
        </p:spPr>
        <p:txBody>
          <a:bodyPr>
            <a:normAutofit fontScale="85000" lnSpcReduction="20000"/>
          </a:bodyPr>
          <a:lstStyle/>
          <a:p>
            <a:r>
              <a:rPr kumimoji="1" lang="ja-JP" altLang="en-US" dirty="0" smtClean="0">
                <a:latin typeface="メイリオ" panose="020B0604030504040204" pitchFamily="50" charset="-128"/>
                <a:ea typeface="メイリオ" panose="020B0604030504040204" pitchFamily="50" charset="-128"/>
              </a:rPr>
              <a:t>「</a:t>
            </a:r>
            <a:r>
              <a:rPr lang="ja-JP" altLang="en-US" dirty="0">
                <a:latin typeface="メイリオ" panose="020B0604030504040204" pitchFamily="50" charset="-128"/>
                <a:ea typeface="メイリオ" panose="020B0604030504040204" pitchFamily="50" charset="-128"/>
              </a:rPr>
              <a:t>街</a:t>
            </a:r>
            <a:r>
              <a:rPr kumimoji="1" lang="ja-JP" altLang="en-US" dirty="0" smtClean="0">
                <a:latin typeface="メイリオ" panose="020B0604030504040204" pitchFamily="50" charset="-128"/>
                <a:ea typeface="メイリオ" panose="020B0604030504040204" pitchFamily="50" charset="-128"/>
              </a:rPr>
              <a:t>の魅力」はその地に住む人も十分には把握できていないほどに多岐にわたり、本来の魅力は多数の情報の中に埋没している状況にある</a:t>
            </a:r>
            <a:endParaRPr kumimoji="1" lang="en-US" altLang="ja-JP" dirty="0" smtClean="0">
              <a:latin typeface="メイリオ" panose="020B0604030504040204" pitchFamily="50" charset="-128"/>
              <a:ea typeface="メイリオ" panose="020B0604030504040204" pitchFamily="50" charset="-128"/>
            </a:endParaRPr>
          </a:p>
          <a:p>
            <a:endParaRPr kumimoji="1" lang="en-US" altLang="ja-JP" dirty="0" smtClean="0">
              <a:latin typeface="メイリオ" panose="020B0604030504040204" pitchFamily="50" charset="-128"/>
              <a:ea typeface="メイリオ" panose="020B0604030504040204" pitchFamily="50" charset="-128"/>
            </a:endParaRPr>
          </a:p>
          <a:p>
            <a:r>
              <a:rPr lang="ja-JP" altLang="en-US" dirty="0" smtClean="0">
                <a:latin typeface="メイリオ" panose="020B0604030504040204" pitchFamily="50" charset="-128"/>
                <a:ea typeface="メイリオ" panose="020B0604030504040204" pitchFamily="50" charset="-128"/>
              </a:rPr>
              <a:t>普段私たちがその「街」を訪れる際、ガイドブックや</a:t>
            </a:r>
            <a:r>
              <a:rPr lang="ja-JP" altLang="en-US" dirty="0">
                <a:latin typeface="メイリオ" panose="020B0604030504040204" pitchFamily="50" charset="-128"/>
                <a:ea typeface="メイリオ" panose="020B0604030504040204" pitchFamily="50" charset="-128"/>
              </a:rPr>
              <a:t>インターネット</a:t>
            </a:r>
            <a:r>
              <a:rPr lang="ja-JP" altLang="en-US" dirty="0" smtClean="0">
                <a:latin typeface="メイリオ" panose="020B0604030504040204" pitchFamily="50" charset="-128"/>
                <a:ea typeface="メイリオ" panose="020B0604030504040204" pitchFamily="50" charset="-128"/>
              </a:rPr>
              <a:t>など、様々な場所から「情報」を得ているが、それらには書き手の「想い」が込められており、利用者の「想い」とはズレ</a:t>
            </a:r>
            <a:r>
              <a:rPr lang="ja-JP" altLang="en-US" dirty="0" err="1" smtClean="0">
                <a:latin typeface="メイリオ" panose="020B0604030504040204" pitchFamily="50" charset="-128"/>
                <a:ea typeface="メイリオ" panose="020B0604030504040204" pitchFamily="50" charset="-128"/>
              </a:rPr>
              <a:t>て</a:t>
            </a:r>
            <a:r>
              <a:rPr lang="ja-JP" altLang="en-US" dirty="0" smtClean="0">
                <a:latin typeface="メイリオ" panose="020B0604030504040204" pitchFamily="50" charset="-128"/>
                <a:ea typeface="メイリオ" panose="020B0604030504040204" pitchFamily="50" charset="-128"/>
              </a:rPr>
              <a:t>いることもある</a:t>
            </a:r>
            <a:endParaRPr lang="en-US" altLang="ja-JP" dirty="0">
              <a:latin typeface="メイリオ" panose="020B0604030504040204" pitchFamily="50" charset="-128"/>
              <a:ea typeface="メイリオ" panose="020B0604030504040204" pitchFamily="50" charset="-128"/>
            </a:endParaRPr>
          </a:p>
          <a:p>
            <a:pPr marL="64008" indent="0">
              <a:buNone/>
            </a:pPr>
            <a:endParaRPr lang="en-US" altLang="ja-JP" dirty="0">
              <a:latin typeface="メイリオ" panose="020B0604030504040204" pitchFamily="50" charset="-128"/>
              <a:ea typeface="メイリオ" panose="020B0604030504040204" pitchFamily="50" charset="-128"/>
            </a:endParaRPr>
          </a:p>
          <a:p>
            <a:r>
              <a:rPr lang="ja-JP" altLang="en-US" dirty="0" smtClean="0">
                <a:latin typeface="メイリオ" panose="020B0604030504040204" pitchFamily="50" charset="-128"/>
                <a:ea typeface="メイリオ" panose="020B0604030504040204" pitchFamily="50" charset="-128"/>
              </a:rPr>
              <a:t>より利用者の目線に立った、かつリアルな情報が載ったオリジナルガイドブック“しおり”ができれば、神戸の魅力をより知ってもらえるのではないか</a:t>
            </a:r>
            <a:r>
              <a:rPr lang="en-US" altLang="ja-JP" dirty="0" smtClean="0">
                <a:latin typeface="メイリオ" panose="020B0604030504040204" pitchFamily="50" charset="-128"/>
                <a:ea typeface="メイリオ" panose="020B0604030504040204" pitchFamily="50" charset="-128"/>
              </a:rPr>
              <a:t>...</a:t>
            </a:r>
            <a:endParaRPr lang="en-US" altLang="ja-JP" dirty="0">
              <a:latin typeface="メイリオ" panose="020B0604030504040204" pitchFamily="50" charset="-128"/>
              <a:ea typeface="メイリオ" panose="020B0604030504040204" pitchFamily="50" charset="-128"/>
            </a:endParaRPr>
          </a:p>
          <a:p>
            <a:endParaRPr kumimoji="1" lang="en-US" altLang="ja-JP" dirty="0" smtClean="0">
              <a:latin typeface="メイリオ" panose="020B0604030504040204" pitchFamily="50" charset="-128"/>
              <a:ea typeface="メイリオ" panose="020B0604030504040204" pitchFamily="50" charset="-128"/>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kumimoji="1" lang="ja-JP" altLang="en-US" dirty="0" smtClean="0">
                <a:latin typeface="メイリオ" panose="020B0604030504040204" pitchFamily="50" charset="-128"/>
                <a:ea typeface="メイリオ" panose="020B0604030504040204" pitchFamily="50" charset="-128"/>
              </a:rPr>
              <a:t>現状・課題</a:t>
            </a:r>
            <a:endParaRPr kumimoji="1" lang="ja-JP" sz="3100" dirty="0">
              <a:latin typeface="メイリオ" panose="020B0604030504040204" pitchFamily="50" charset="-128"/>
              <a:ea typeface="メイリオ" panose="020B0604030504040204" pitchFamily="50" charset="-128"/>
            </a:endParaRPr>
          </a:p>
        </p:txBody>
      </p:sp>
      <p:sp>
        <p:nvSpPr>
          <p:cNvPr id="6" name="Content Placeholder 2"/>
          <p:cNvSpPr>
            <a:spLocks noGrp="1"/>
          </p:cNvSpPr>
          <p:nvPr>
            <p:ph idx="1"/>
          </p:nvPr>
        </p:nvSpPr>
        <p:spPr>
          <a:xfrm>
            <a:off x="457200" y="1524000"/>
            <a:ext cx="8229600" cy="5289376"/>
          </a:xfrm>
        </p:spPr>
        <p:txBody>
          <a:bodyPr>
            <a:normAutofit/>
          </a:bodyPr>
          <a:lstStyle/>
          <a:p>
            <a:r>
              <a:rPr lang="ja-JP" altLang="en-US" sz="2800" dirty="0" smtClean="0">
                <a:latin typeface="メイリオ" panose="020B0604030504040204" pitchFamily="50" charset="-128"/>
                <a:ea typeface="メイリオ" panose="020B0604030504040204" pitchFamily="50" charset="-128"/>
              </a:rPr>
              <a:t>現状分析</a:t>
            </a:r>
            <a:endParaRPr lang="en-US" altLang="ja-JP" sz="2800" dirty="0" smtClean="0">
              <a:latin typeface="メイリオ" panose="020B0604030504040204" pitchFamily="50" charset="-128"/>
              <a:ea typeface="メイリオ" panose="020B0604030504040204" pitchFamily="50" charset="-128"/>
            </a:endParaRPr>
          </a:p>
          <a:p>
            <a:pPr lvl="1"/>
            <a:r>
              <a:rPr lang="ja-JP" altLang="en-US" dirty="0" smtClean="0">
                <a:latin typeface="メイリオ" panose="020B0604030504040204" pitchFamily="50" charset="-128"/>
                <a:ea typeface="メイリオ" panose="020B0604030504040204" pitchFamily="50" charset="-128"/>
              </a:rPr>
              <a:t>神戸に一度訪れた人は、ぜひ再訪したいとの意見が</a:t>
            </a:r>
            <a:r>
              <a:rPr lang="en-US" altLang="ja-JP" dirty="0" smtClean="0">
                <a:latin typeface="メイリオ" panose="020B0604030504040204" pitchFamily="50" charset="-128"/>
                <a:ea typeface="メイリオ" panose="020B0604030504040204" pitchFamily="50" charset="-128"/>
              </a:rPr>
              <a:t>8</a:t>
            </a:r>
            <a:r>
              <a:rPr lang="ja-JP" altLang="en-US" dirty="0" smtClean="0">
                <a:latin typeface="メイリオ" panose="020B0604030504040204" pitchFamily="50" charset="-128"/>
                <a:ea typeface="メイリオ" panose="020B0604030504040204" pitchFamily="50" charset="-128"/>
              </a:rPr>
              <a:t>割と多数を占める</a:t>
            </a:r>
            <a:endParaRPr lang="en-US" altLang="ja-JP" dirty="0" smtClean="0">
              <a:latin typeface="メイリオ" panose="020B0604030504040204" pitchFamily="50" charset="-128"/>
              <a:ea typeface="メイリオ" panose="020B0604030504040204" pitchFamily="50" charset="-128"/>
            </a:endParaRPr>
          </a:p>
          <a:p>
            <a:pPr lvl="1"/>
            <a:r>
              <a:rPr lang="ja-JP" altLang="en-US" dirty="0" smtClean="0">
                <a:latin typeface="メイリオ" panose="020B0604030504040204" pitchFamily="50" charset="-128"/>
                <a:ea typeface="メイリオ" panose="020B0604030504040204" pitchFamily="50" charset="-128"/>
              </a:rPr>
              <a:t>一部地域、交通ハブとなる市街地を除くと市内での他地域への立ち寄りはほぼ発生していない</a:t>
            </a:r>
            <a:endParaRPr lang="en-US" altLang="ja-JP" dirty="0" smtClean="0">
              <a:latin typeface="メイリオ" panose="020B0604030504040204" pitchFamily="50" charset="-128"/>
              <a:ea typeface="メイリオ" panose="020B0604030504040204" pitchFamily="50" charset="-128"/>
            </a:endParaRPr>
          </a:p>
          <a:p>
            <a:pPr lvl="2"/>
            <a:r>
              <a:rPr lang="ja-JP" altLang="en-US" dirty="0" smtClean="0">
                <a:latin typeface="メイリオ" panose="020B0604030504040204" pitchFamily="50" charset="-128"/>
                <a:ea typeface="メイリオ" panose="020B0604030504040204" pitchFamily="50" charset="-128"/>
              </a:rPr>
              <a:t>北野や有馬など限られた地域だけで閉じており、ガイドブックや口コミによる評判の地域だけになっている可能性あり</a:t>
            </a:r>
            <a:endParaRPr lang="en-US" altLang="ja-JP" dirty="0" smtClean="0">
              <a:latin typeface="メイリオ" panose="020B0604030504040204" pitchFamily="50" charset="-128"/>
              <a:ea typeface="メイリオ" panose="020B0604030504040204" pitchFamily="50" charset="-128"/>
            </a:endParaRPr>
          </a:p>
          <a:p>
            <a:pPr lvl="1"/>
            <a:r>
              <a:rPr lang="ja-JP" altLang="en-US" dirty="0" smtClean="0">
                <a:latin typeface="メイリオ" panose="020B0604030504040204" pitchFamily="50" charset="-128"/>
                <a:ea typeface="メイリオ" panose="020B0604030504040204" pitchFamily="50" charset="-128"/>
              </a:rPr>
              <a:t>移動</a:t>
            </a:r>
            <a:r>
              <a:rPr lang="ja-JP" altLang="en-US" dirty="0">
                <a:latin typeface="メイリオ" panose="020B0604030504040204" pitchFamily="50" charset="-128"/>
                <a:ea typeface="メイリオ" panose="020B0604030504040204" pitchFamily="50" charset="-128"/>
              </a:rPr>
              <a:t>手段</a:t>
            </a:r>
            <a:r>
              <a:rPr lang="ja-JP" altLang="en-US" dirty="0" smtClean="0">
                <a:latin typeface="メイリオ" panose="020B0604030504040204" pitchFamily="50" charset="-128"/>
                <a:ea typeface="メイリオ" panose="020B0604030504040204" pitchFamily="50" charset="-128"/>
              </a:rPr>
              <a:t>は地域ごとにほぼ固定化されている</a:t>
            </a:r>
            <a:endParaRPr lang="en-US" altLang="ja-JP" dirty="0" smtClean="0">
              <a:latin typeface="メイリオ" panose="020B0604030504040204" pitchFamily="50" charset="-128"/>
              <a:ea typeface="メイリオ" panose="020B0604030504040204" pitchFamily="50" charset="-128"/>
            </a:endParaRPr>
          </a:p>
          <a:p>
            <a:r>
              <a:rPr lang="ja-JP" altLang="en-US" sz="2800" dirty="0">
                <a:latin typeface="メイリオ" panose="020B0604030504040204" pitchFamily="50" charset="-128"/>
                <a:ea typeface="メイリオ" panose="020B0604030504040204" pitchFamily="50" charset="-128"/>
              </a:rPr>
              <a:t>課題</a:t>
            </a:r>
            <a:endParaRPr lang="en-US" altLang="ja-JP" sz="2800" dirty="0">
              <a:latin typeface="メイリオ" panose="020B0604030504040204" pitchFamily="50" charset="-128"/>
              <a:ea typeface="メイリオ" panose="020B0604030504040204" pitchFamily="50" charset="-128"/>
            </a:endParaRPr>
          </a:p>
          <a:p>
            <a:pPr lvl="1"/>
            <a:r>
              <a:rPr lang="ja-JP" altLang="en-US" sz="2400" dirty="0">
                <a:latin typeface="メイリオ" panose="020B0604030504040204" pitchFamily="50" charset="-128"/>
                <a:ea typeface="メイリオ" panose="020B0604030504040204" pitchFamily="50" charset="-128"/>
              </a:rPr>
              <a:t>神戸</a:t>
            </a:r>
            <a:r>
              <a:rPr lang="ja-JP" altLang="en-US" sz="2400" dirty="0" smtClean="0">
                <a:latin typeface="メイリオ" panose="020B0604030504040204" pitchFamily="50" charset="-128"/>
                <a:ea typeface="メイリオ" panose="020B0604030504040204" pitchFamily="50" charset="-128"/>
              </a:rPr>
              <a:t>の魅力が十分に伝わっていない（隠れたスポットが隠れたままになっている）</a:t>
            </a:r>
            <a:endParaRPr lang="en-US" altLang="ja-JP" sz="2400" dirty="0" smtClean="0">
              <a:latin typeface="メイリオ" panose="020B0604030504040204" pitchFamily="50" charset="-128"/>
              <a:ea typeface="メイリオ" panose="020B0604030504040204" pitchFamily="50" charset="-128"/>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a:bodyPr>
          <a:lstStyle/>
          <a:p>
            <a:r>
              <a:rPr lang="ja-JP" altLang="en-US" sz="2800" dirty="0" smtClean="0">
                <a:latin typeface="Verdana" panose="020B0604030504040204" pitchFamily="34" charset="0"/>
                <a:ea typeface="メイリオ" panose="020B0604030504040204" pitchFamily="50" charset="-128"/>
                <a:cs typeface="Verdana" panose="020B0604030504040204" pitchFamily="34" charset="0"/>
              </a:rPr>
              <a:t>メインターゲット</a:t>
            </a:r>
            <a:endParaRPr lang="en-US" altLang="ja-JP" sz="2800" dirty="0" smtClean="0">
              <a:latin typeface="Verdana" panose="020B0604030504040204" pitchFamily="34" charset="0"/>
              <a:ea typeface="メイリオ" panose="020B0604030504040204" pitchFamily="50" charset="-128"/>
              <a:cs typeface="Verdana" panose="020B0604030504040204" pitchFamily="34" charset="0"/>
            </a:endParaRPr>
          </a:p>
          <a:p>
            <a:pPr lvl="1"/>
            <a:r>
              <a:rPr lang="ja-JP" altLang="en-US" dirty="0" smtClean="0">
                <a:latin typeface="Verdana" panose="020B0604030504040204" pitchFamily="34" charset="0"/>
                <a:ea typeface="メイリオ" panose="020B0604030504040204" pitchFamily="50" charset="-128"/>
                <a:cs typeface="Verdana" panose="020B0604030504040204" pitchFamily="34" charset="0"/>
              </a:rPr>
              <a:t>まだ神戸を深く知らない方々（地元っ子も含む）</a:t>
            </a:r>
            <a:endParaRPr lang="en-US" altLang="ja-JP" dirty="0" smtClean="0">
              <a:latin typeface="Verdana" panose="020B0604030504040204" pitchFamily="34" charset="0"/>
              <a:ea typeface="メイリオ" panose="020B0604030504040204" pitchFamily="50" charset="-128"/>
              <a:cs typeface="Verdana" panose="020B0604030504040204" pitchFamily="34" charset="0"/>
            </a:endParaRPr>
          </a:p>
          <a:p>
            <a:r>
              <a:rPr lang="ja-JP" altLang="en-US" sz="2800" dirty="0">
                <a:latin typeface="Verdana" panose="020B0604030504040204" pitchFamily="34" charset="0"/>
                <a:ea typeface="メイリオ" panose="020B0604030504040204" pitchFamily="50" charset="-128"/>
                <a:cs typeface="Verdana" panose="020B0604030504040204" pitchFamily="34" charset="0"/>
              </a:rPr>
              <a:t>解決</a:t>
            </a:r>
            <a:r>
              <a:rPr lang="ja-JP" altLang="en-US" sz="2800" dirty="0" smtClean="0">
                <a:latin typeface="Verdana" panose="020B0604030504040204" pitchFamily="34" charset="0"/>
                <a:ea typeface="メイリオ" panose="020B0604030504040204" pitchFamily="50" charset="-128"/>
                <a:cs typeface="Verdana" panose="020B0604030504040204" pitchFamily="34" charset="0"/>
              </a:rPr>
              <a:t>する課題</a:t>
            </a:r>
            <a:endParaRPr lang="en-US" altLang="ja-JP" sz="2800" dirty="0" smtClean="0">
              <a:latin typeface="Verdana" panose="020B0604030504040204" pitchFamily="34" charset="0"/>
              <a:ea typeface="メイリオ" panose="020B0604030504040204" pitchFamily="50" charset="-128"/>
              <a:cs typeface="Verdana" panose="020B0604030504040204" pitchFamily="34" charset="0"/>
            </a:endParaRPr>
          </a:p>
          <a:p>
            <a:pPr lvl="1"/>
            <a:r>
              <a:rPr lang="ja-JP" altLang="en-US" dirty="0">
                <a:latin typeface="Verdana" panose="020B0604030504040204" pitchFamily="34" charset="0"/>
                <a:ea typeface="メイリオ" panose="020B0604030504040204" pitchFamily="50" charset="-128"/>
                <a:cs typeface="Verdana" panose="020B0604030504040204" pitchFamily="34" charset="0"/>
              </a:rPr>
              <a:t>観光客</a:t>
            </a:r>
            <a:r>
              <a:rPr lang="ja-JP" altLang="en-US" dirty="0" smtClean="0">
                <a:latin typeface="Verdana" panose="020B0604030504040204" pitchFamily="34" charset="0"/>
                <a:ea typeface="メイリオ" panose="020B0604030504040204" pitchFamily="50" charset="-128"/>
                <a:cs typeface="Verdana" panose="020B0604030504040204" pitchFamily="34" charset="0"/>
              </a:rPr>
              <a:t>の立ち寄り先が地域ごとに集約されすぎており、神戸の魅力が十分に伝わっていない</a:t>
            </a:r>
            <a:endParaRPr lang="en-US" altLang="ja-JP" dirty="0" smtClean="0">
              <a:latin typeface="Verdana" panose="020B0604030504040204" pitchFamily="34" charset="0"/>
              <a:ea typeface="メイリオ" panose="020B0604030504040204" pitchFamily="50" charset="-128"/>
              <a:cs typeface="Verdana" panose="020B0604030504040204" pitchFamily="34" charset="0"/>
            </a:endParaRPr>
          </a:p>
          <a:p>
            <a:pPr lvl="1"/>
            <a:endParaRPr lang="en-US" altLang="ja-JP" dirty="0" smtClean="0">
              <a:solidFill>
                <a:srgbClr val="FF0000"/>
              </a:solidFill>
              <a:latin typeface="Verdana" panose="020B0604030504040204" pitchFamily="34" charset="0"/>
              <a:ea typeface="メイリオ" panose="020B0604030504040204" pitchFamily="50" charset="-128"/>
              <a:cs typeface="Verdana" panose="020B0604030504040204" pitchFamily="34" charset="0"/>
            </a:endParaRPr>
          </a:p>
          <a:p>
            <a:r>
              <a:rPr lang="ja-JP" altLang="en-US" sz="2800" dirty="0" smtClean="0">
                <a:latin typeface="Verdana" panose="020B0604030504040204" pitchFamily="34" charset="0"/>
                <a:ea typeface="メイリオ" panose="020B0604030504040204" pitchFamily="50" charset="-128"/>
                <a:cs typeface="Verdana" panose="020B0604030504040204" pitchFamily="34" charset="0"/>
              </a:rPr>
              <a:t>企画に対する想い</a:t>
            </a:r>
            <a:endParaRPr lang="en-US" altLang="ja-JP" sz="2800" dirty="0" smtClean="0">
              <a:latin typeface="Verdana" panose="020B0604030504040204" pitchFamily="34" charset="0"/>
              <a:ea typeface="メイリオ" panose="020B0604030504040204" pitchFamily="50" charset="-128"/>
              <a:cs typeface="Verdana" panose="020B0604030504040204" pitchFamily="34" charset="0"/>
            </a:endParaRPr>
          </a:p>
          <a:p>
            <a:pPr lvl="1"/>
            <a:r>
              <a:rPr lang="ja-JP" altLang="en-US" dirty="0" smtClean="0">
                <a:latin typeface="Verdana" panose="020B0604030504040204" pitchFamily="34" charset="0"/>
                <a:ea typeface="メイリオ" panose="020B0604030504040204" pitchFamily="50" charset="-128"/>
                <a:cs typeface="Verdana" panose="020B0604030504040204" pitchFamily="34" charset="0"/>
              </a:rPr>
              <a:t>隅々まで神戸の魅力を知ってほしい</a:t>
            </a:r>
            <a:endParaRPr lang="en-US" altLang="ja-JP" dirty="0" smtClean="0">
              <a:latin typeface="Verdana" panose="020B0604030504040204" pitchFamily="34" charset="0"/>
              <a:ea typeface="メイリオ" panose="020B0604030504040204" pitchFamily="50" charset="-128"/>
              <a:cs typeface="Verdana" panose="020B0604030504040204" pitchFamily="34" charset="0"/>
            </a:endParaRPr>
          </a:p>
          <a:p>
            <a:pPr lvl="1"/>
            <a:r>
              <a:rPr lang="ja-JP" altLang="en-US" dirty="0" smtClean="0">
                <a:latin typeface="Verdana" panose="020B0604030504040204" pitchFamily="34" charset="0"/>
                <a:ea typeface="メイリオ" panose="020B0604030504040204" pitchFamily="50" charset="-128"/>
                <a:cs typeface="Verdana" panose="020B0604030504040204" pitchFamily="34" charset="0"/>
              </a:rPr>
              <a:t>実際に旅行に来てほしい</a:t>
            </a:r>
            <a:endParaRPr lang="en-US" altLang="ja-JP" dirty="0" smtClean="0">
              <a:latin typeface="Verdana" panose="020B0604030504040204" pitchFamily="34" charset="0"/>
              <a:ea typeface="メイリオ" panose="020B0604030504040204" pitchFamily="50" charset="-128"/>
              <a:cs typeface="Verdana" panose="020B0604030504040204" pitchFamily="34" charset="0"/>
            </a:endParaRPr>
          </a:p>
          <a:p>
            <a:pPr marL="537210" lvl="1" indent="0">
              <a:buNone/>
            </a:pPr>
            <a:r>
              <a:rPr lang="ja-JP" altLang="en-US" dirty="0">
                <a:latin typeface="Verdana" panose="020B0604030504040204" pitchFamily="34" charset="0"/>
                <a:ea typeface="メイリオ" panose="020B0604030504040204" pitchFamily="50" charset="-128"/>
                <a:cs typeface="Verdana" panose="020B0604030504040204" pitchFamily="34" charset="0"/>
              </a:rPr>
              <a:t>　</a:t>
            </a:r>
            <a:r>
              <a:rPr lang="ja-JP" altLang="en-US" dirty="0" smtClean="0">
                <a:latin typeface="Verdana" panose="020B0604030504040204" pitchFamily="34" charset="0"/>
                <a:ea typeface="メイリオ" panose="020B0604030504040204" pitchFamily="50" charset="-128"/>
                <a:cs typeface="Verdana" panose="020B0604030504040204" pitchFamily="34" charset="0"/>
              </a:rPr>
              <a:t>（神戸に行こう！と思ってもらいたい）</a:t>
            </a:r>
          </a:p>
          <a:p>
            <a:pPr marL="64008" indent="0">
              <a:buNone/>
            </a:pPr>
            <a:endParaRPr kumimoji="1" lang="ja-JP" dirty="0">
              <a:latin typeface="Verdana" panose="020B0604030504040204" pitchFamily="34" charset="0"/>
              <a:ea typeface="メイリオ" panose="020B0604030504040204" pitchFamily="50" charset="-128"/>
              <a:cs typeface="Verdana" panose="020B0604030504040204" pitchFamily="34" charset="0"/>
            </a:endParaRPr>
          </a:p>
        </p:txBody>
      </p:sp>
      <p:sp>
        <p:nvSpPr>
          <p:cNvPr id="2" name="Title 1"/>
          <p:cNvSpPr>
            <a:spLocks noGrp="1"/>
          </p:cNvSpPr>
          <p:nvPr>
            <p:ph type="title"/>
          </p:nvPr>
        </p:nvSpPr>
        <p:spPr/>
        <p:txBody>
          <a:bodyPr/>
          <a:lstStyle/>
          <a:p>
            <a:r>
              <a:rPr kumimoji="1" lang="ja-JP" altLang="en-US" dirty="0" smtClean="0">
                <a:latin typeface="メイリオ" panose="020B0604030504040204" pitchFamily="50" charset="-128"/>
                <a:ea typeface="メイリオ" panose="020B0604030504040204" pitchFamily="50" charset="-128"/>
              </a:rPr>
              <a:t>企画コンセプト</a:t>
            </a:r>
            <a:endParaRPr kumimoji="1" lang="ja-JP" dirty="0">
              <a:latin typeface="メイリオ" panose="020B0604030504040204" pitchFamily="50" charset="-128"/>
              <a:ea typeface="メイリオ" panose="020B0604030504040204" pitchFamily="50" charset="-128"/>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524000"/>
            <a:ext cx="8229600" cy="5217368"/>
          </a:xfrm>
        </p:spPr>
        <p:txBody>
          <a:bodyPr>
            <a:normAutofit fontScale="92500" lnSpcReduction="20000"/>
          </a:bodyPr>
          <a:lstStyle/>
          <a:p>
            <a:r>
              <a:rPr lang="ja-JP" altLang="en-US" sz="2800" dirty="0" smtClean="0">
                <a:latin typeface="メイリオ" panose="020B0604030504040204" pitchFamily="50" charset="-128"/>
                <a:ea typeface="メイリオ" panose="020B0604030504040204" pitchFamily="50" charset="-128"/>
                <a:cs typeface="Verdana" panose="020B0604030504040204" pitchFamily="34" charset="0"/>
              </a:rPr>
              <a:t>オープンデータ</a:t>
            </a:r>
            <a:endParaRPr lang="en-US" altLang="ja-JP" sz="2800" dirty="0">
              <a:latin typeface="メイリオ" panose="020B0604030504040204" pitchFamily="50" charset="-128"/>
              <a:ea typeface="メイリオ" panose="020B0604030504040204" pitchFamily="50" charset="-128"/>
              <a:cs typeface="Verdana" panose="020B0604030504040204" pitchFamily="34" charset="0"/>
            </a:endParaRPr>
          </a:p>
          <a:p>
            <a:pPr lvl="1"/>
            <a:r>
              <a:rPr lang="ja-JP" altLang="en-US" dirty="0">
                <a:latin typeface="メイリオ" panose="020B0604030504040204" pitchFamily="50" charset="-128"/>
                <a:ea typeface="メイリオ" panose="020B0604030504040204" pitchFamily="50" charset="-128"/>
                <a:cs typeface="Verdana" panose="020B0604030504040204" pitchFamily="34" charset="0"/>
              </a:rPr>
              <a:t>観光施設</a:t>
            </a:r>
            <a:r>
              <a:rPr lang="ja-JP" altLang="en-US" dirty="0" smtClean="0">
                <a:latin typeface="メイリオ" panose="020B0604030504040204" pitchFamily="50" charset="-128"/>
                <a:ea typeface="メイリオ" panose="020B0604030504040204" pitchFamily="50" charset="-128"/>
                <a:cs typeface="Verdana" panose="020B0604030504040204" pitchFamily="34" charset="0"/>
              </a:rPr>
              <a:t>情報</a:t>
            </a:r>
            <a:endParaRPr lang="en-US" altLang="ja-JP" dirty="0" smtClean="0">
              <a:latin typeface="メイリオ" panose="020B0604030504040204" pitchFamily="50" charset="-128"/>
              <a:ea typeface="メイリオ" panose="020B0604030504040204" pitchFamily="50" charset="-128"/>
              <a:cs typeface="Verdana" panose="020B0604030504040204" pitchFamily="34" charset="0"/>
            </a:endParaRPr>
          </a:p>
          <a:p>
            <a:pPr lvl="1"/>
            <a:r>
              <a:rPr lang="ja-JP" altLang="en-US" dirty="0" smtClean="0">
                <a:latin typeface="メイリオ" panose="020B0604030504040204" pitchFamily="50" charset="-128"/>
                <a:ea typeface="メイリオ" panose="020B0604030504040204" pitchFamily="50" charset="-128"/>
                <a:cs typeface="Verdana" panose="020B0604030504040204" pitchFamily="34" charset="0"/>
              </a:rPr>
              <a:t>ロケ地</a:t>
            </a:r>
            <a:r>
              <a:rPr lang="ja-JP" altLang="en-US" dirty="0">
                <a:latin typeface="メイリオ" panose="020B0604030504040204" pitchFamily="50" charset="-128"/>
                <a:ea typeface="メイリオ" panose="020B0604030504040204" pitchFamily="50" charset="-128"/>
                <a:cs typeface="Verdana" panose="020B0604030504040204" pitchFamily="34" charset="0"/>
              </a:rPr>
              <a:t>情報</a:t>
            </a:r>
            <a:r>
              <a:rPr lang="ja-JP" altLang="en-US" dirty="0" smtClean="0">
                <a:latin typeface="メイリオ" panose="020B0604030504040204" pitchFamily="50" charset="-128"/>
                <a:ea typeface="メイリオ" panose="020B0604030504040204" pitchFamily="50" charset="-128"/>
                <a:cs typeface="Verdana" panose="020B0604030504040204" pitchFamily="34" charset="0"/>
              </a:rPr>
              <a:t>一覧</a:t>
            </a:r>
            <a:endParaRPr lang="en-US" altLang="ja-JP" dirty="0" smtClean="0">
              <a:latin typeface="メイリオ" panose="020B0604030504040204" pitchFamily="50" charset="-128"/>
              <a:ea typeface="メイリオ" panose="020B0604030504040204" pitchFamily="50" charset="-128"/>
              <a:cs typeface="Verdana" panose="020B0604030504040204" pitchFamily="34" charset="0"/>
            </a:endParaRPr>
          </a:p>
          <a:p>
            <a:pPr lvl="1"/>
            <a:r>
              <a:rPr lang="ja-JP" altLang="en-US" dirty="0" smtClean="0">
                <a:latin typeface="メイリオ" panose="020B0604030504040204" pitchFamily="50" charset="-128"/>
                <a:ea typeface="メイリオ" panose="020B0604030504040204" pitchFamily="50" charset="-128"/>
                <a:cs typeface="Verdana" panose="020B0604030504040204" pitchFamily="34" charset="0"/>
              </a:rPr>
              <a:t>野外</a:t>
            </a:r>
            <a:r>
              <a:rPr lang="ja-JP" altLang="en-US" dirty="0">
                <a:latin typeface="メイリオ" panose="020B0604030504040204" pitchFamily="50" charset="-128"/>
                <a:ea typeface="メイリオ" panose="020B0604030504040204" pitchFamily="50" charset="-128"/>
                <a:cs typeface="Verdana" panose="020B0604030504040204" pitchFamily="34" charset="0"/>
              </a:rPr>
              <a:t>彫刻作品</a:t>
            </a:r>
            <a:r>
              <a:rPr lang="ja-JP" altLang="en-US" dirty="0" smtClean="0">
                <a:latin typeface="メイリオ" panose="020B0604030504040204" pitchFamily="50" charset="-128"/>
                <a:ea typeface="メイリオ" panose="020B0604030504040204" pitchFamily="50" charset="-128"/>
                <a:cs typeface="Verdana" panose="020B0604030504040204" pitchFamily="34" charset="0"/>
              </a:rPr>
              <a:t>一覧</a:t>
            </a:r>
            <a:endParaRPr lang="en-US" altLang="ja-JP" dirty="0" smtClean="0">
              <a:latin typeface="メイリオ" panose="020B0604030504040204" pitchFamily="50" charset="-128"/>
              <a:ea typeface="メイリオ" panose="020B0604030504040204" pitchFamily="50" charset="-128"/>
              <a:cs typeface="Verdana" panose="020B0604030504040204" pitchFamily="34" charset="0"/>
            </a:endParaRPr>
          </a:p>
          <a:p>
            <a:pPr lvl="1"/>
            <a:r>
              <a:rPr lang="ja-JP" altLang="en-US" dirty="0" smtClean="0">
                <a:latin typeface="メイリオ" panose="020B0604030504040204" pitchFamily="50" charset="-128"/>
                <a:ea typeface="メイリオ" panose="020B0604030504040204" pitchFamily="50" charset="-128"/>
                <a:cs typeface="Verdana" panose="020B0604030504040204" pitchFamily="34" charset="0"/>
              </a:rPr>
              <a:t>公園</a:t>
            </a:r>
            <a:endParaRPr lang="en-US" altLang="ja-JP" dirty="0" smtClean="0">
              <a:latin typeface="メイリオ" panose="020B0604030504040204" pitchFamily="50" charset="-128"/>
              <a:ea typeface="メイリオ" panose="020B0604030504040204" pitchFamily="50" charset="-128"/>
              <a:cs typeface="Verdana" panose="020B0604030504040204" pitchFamily="34" charset="0"/>
            </a:endParaRPr>
          </a:p>
          <a:p>
            <a:pPr lvl="1"/>
            <a:r>
              <a:rPr lang="ja-JP" altLang="en-US" dirty="0" smtClean="0">
                <a:latin typeface="メイリオ" panose="020B0604030504040204" pitchFamily="50" charset="-128"/>
                <a:ea typeface="メイリオ" panose="020B0604030504040204" pitchFamily="50" charset="-128"/>
                <a:cs typeface="Verdana" panose="020B0604030504040204" pitchFamily="34" charset="0"/>
              </a:rPr>
              <a:t>スポーツ</a:t>
            </a:r>
            <a:r>
              <a:rPr lang="ja-JP" altLang="en-US" dirty="0">
                <a:latin typeface="メイリオ" panose="020B0604030504040204" pitchFamily="50" charset="-128"/>
                <a:ea typeface="メイリオ" panose="020B0604030504040204" pitchFamily="50" charset="-128"/>
                <a:cs typeface="Verdana" panose="020B0604030504040204" pitchFamily="34" charset="0"/>
              </a:rPr>
              <a:t>・レジャー・文化施設</a:t>
            </a:r>
          </a:p>
          <a:p>
            <a:pPr lvl="1"/>
            <a:r>
              <a:rPr lang="ja-JP" altLang="en-US" dirty="0" smtClean="0">
                <a:latin typeface="メイリオ" panose="020B0604030504040204" pitchFamily="50" charset="-128"/>
                <a:ea typeface="メイリオ" panose="020B0604030504040204" pitchFamily="50" charset="-128"/>
                <a:cs typeface="Verdana" panose="020B0604030504040204" pitchFamily="34" charset="0"/>
              </a:rPr>
              <a:t>宿泊施設</a:t>
            </a:r>
            <a:endParaRPr lang="en-US" altLang="ja-JP" sz="2800" dirty="0" smtClean="0">
              <a:latin typeface="メイリオ" panose="020B0604030504040204" pitchFamily="50" charset="-128"/>
              <a:ea typeface="メイリオ" panose="020B0604030504040204" pitchFamily="50" charset="-128"/>
              <a:cs typeface="Verdana" panose="020B0604030504040204" pitchFamily="34" charset="0"/>
            </a:endParaRPr>
          </a:p>
          <a:p>
            <a:r>
              <a:rPr lang="ja-JP" altLang="en-US" sz="2800" dirty="0" smtClean="0">
                <a:latin typeface="メイリオ" panose="020B0604030504040204" pitchFamily="50" charset="-128"/>
                <a:ea typeface="メイリオ" panose="020B0604030504040204" pitchFamily="50" charset="-128"/>
                <a:cs typeface="Verdana" panose="020B0604030504040204" pitchFamily="34" charset="0"/>
              </a:rPr>
              <a:t>コンテスト用</a:t>
            </a:r>
            <a:r>
              <a:rPr lang="en-US" altLang="ja-JP" sz="2800" dirty="0" smtClean="0">
                <a:latin typeface="メイリオ" panose="020B0604030504040204" pitchFamily="50" charset="-128"/>
                <a:ea typeface="メイリオ" panose="020B0604030504040204" pitchFamily="50" charset="-128"/>
                <a:cs typeface="Verdana" panose="020B0604030504040204" pitchFamily="34" charset="0"/>
              </a:rPr>
              <a:t>API</a:t>
            </a:r>
            <a:endParaRPr lang="en-US" altLang="ja-JP" sz="2800" dirty="0">
              <a:latin typeface="メイリオ" panose="020B0604030504040204" pitchFamily="50" charset="-128"/>
              <a:ea typeface="メイリオ" panose="020B0604030504040204" pitchFamily="50" charset="-128"/>
              <a:cs typeface="Verdana" panose="020B0604030504040204" pitchFamily="34" charset="0"/>
            </a:endParaRPr>
          </a:p>
          <a:p>
            <a:pPr lvl="1"/>
            <a:r>
              <a:rPr lang="ja-JP" altLang="en-US" dirty="0">
                <a:latin typeface="メイリオ" panose="020B0604030504040204" pitchFamily="50" charset="-128"/>
                <a:ea typeface="メイリオ" panose="020B0604030504040204" pitchFamily="50" charset="-128"/>
                <a:cs typeface="Verdana" panose="020B0604030504040204" pitchFamily="34" charset="0"/>
              </a:rPr>
              <a:t>神戸市モバイル空間統計</a:t>
            </a:r>
            <a:r>
              <a:rPr lang="en-US" altLang="ja-JP" dirty="0" smtClean="0">
                <a:latin typeface="メイリオ" panose="020B0604030504040204" pitchFamily="50" charset="-128"/>
                <a:ea typeface="メイリオ" panose="020B0604030504040204" pitchFamily="50" charset="-128"/>
                <a:cs typeface="Verdana" panose="020B0604030504040204" pitchFamily="34" charset="0"/>
              </a:rPr>
              <a:t>API</a:t>
            </a:r>
          </a:p>
          <a:p>
            <a:r>
              <a:rPr kumimoji="1" lang="ja-JP" altLang="en-US" sz="3100" dirty="0" smtClean="0">
                <a:latin typeface="メイリオ" panose="020B0604030504040204" pitchFamily="50" charset="-128"/>
                <a:ea typeface="メイリオ" panose="020B0604030504040204" pitchFamily="50" charset="-128"/>
                <a:cs typeface="Verdana" panose="020B0604030504040204" pitchFamily="34" charset="0"/>
              </a:rPr>
              <a:t>その他技術要素</a:t>
            </a:r>
            <a:endParaRPr kumimoji="1" lang="en-US" altLang="ja-JP" sz="3100" dirty="0" smtClean="0">
              <a:latin typeface="メイリオ" panose="020B0604030504040204" pitchFamily="50" charset="-128"/>
              <a:ea typeface="メイリオ" panose="020B0604030504040204" pitchFamily="50" charset="-128"/>
              <a:cs typeface="Verdana" panose="020B0604030504040204" pitchFamily="34" charset="0"/>
            </a:endParaRPr>
          </a:p>
          <a:p>
            <a:pPr lvl="1"/>
            <a:r>
              <a:rPr lang="en-US" altLang="ja-JP" dirty="0" smtClean="0">
                <a:latin typeface="メイリオ" panose="020B0604030504040204" pitchFamily="50" charset="-128"/>
                <a:ea typeface="メイリオ" panose="020B0604030504040204" pitchFamily="50" charset="-128"/>
                <a:cs typeface="Verdana" panose="020B0604030504040204" pitchFamily="34" charset="0"/>
              </a:rPr>
              <a:t>SNS</a:t>
            </a:r>
            <a:r>
              <a:rPr lang="ja-JP" altLang="en-US" dirty="0" smtClean="0">
                <a:latin typeface="メイリオ" panose="020B0604030504040204" pitchFamily="50" charset="-128"/>
                <a:ea typeface="メイリオ" panose="020B0604030504040204" pitchFamily="50" charset="-128"/>
                <a:cs typeface="Verdana" panose="020B0604030504040204" pitchFamily="34" charset="0"/>
              </a:rPr>
              <a:t>などの口コミ分析</a:t>
            </a:r>
            <a:endParaRPr lang="en-US" altLang="ja-JP" dirty="0" smtClean="0">
              <a:latin typeface="メイリオ" panose="020B0604030504040204" pitchFamily="50" charset="-128"/>
              <a:ea typeface="メイリオ" panose="020B0604030504040204" pitchFamily="50" charset="-128"/>
              <a:cs typeface="Verdana" panose="020B0604030504040204" pitchFamily="34" charset="0"/>
            </a:endParaRPr>
          </a:p>
          <a:p>
            <a:pPr lvl="1"/>
            <a:r>
              <a:rPr kumimoji="1" lang="ja-JP" altLang="en-US" dirty="0" smtClean="0">
                <a:latin typeface="メイリオ" panose="020B0604030504040204" pitchFamily="50" charset="-128"/>
                <a:ea typeface="メイリオ" panose="020B0604030504040204" pitchFamily="50" charset="-128"/>
                <a:cs typeface="Verdana" panose="020B0604030504040204" pitchFamily="34" charset="0"/>
              </a:rPr>
              <a:t>交通ルート検索</a:t>
            </a:r>
            <a:endParaRPr kumimoji="1" lang="en-US" altLang="ja-JP" dirty="0" smtClean="0">
              <a:latin typeface="メイリオ" panose="020B0604030504040204" pitchFamily="50" charset="-128"/>
              <a:ea typeface="メイリオ" panose="020B0604030504040204" pitchFamily="50" charset="-128"/>
              <a:cs typeface="Verdana" panose="020B0604030504040204" pitchFamily="34" charset="0"/>
            </a:endParaRPr>
          </a:p>
          <a:p>
            <a:pPr lvl="1"/>
            <a:r>
              <a:rPr lang="ja-JP" altLang="en-US" dirty="0" smtClean="0">
                <a:latin typeface="メイリオ" panose="020B0604030504040204" pitchFamily="50" charset="-128"/>
                <a:ea typeface="メイリオ" panose="020B0604030504040204" pitchFamily="50" charset="-128"/>
                <a:cs typeface="Verdana" panose="020B0604030504040204" pitchFamily="34" charset="0"/>
              </a:rPr>
              <a:t>クラウド活用によるデータの共有</a:t>
            </a:r>
            <a:endParaRPr kumimoji="1" lang="en-US" altLang="ja-JP" dirty="0" smtClean="0">
              <a:latin typeface="メイリオ" panose="020B0604030504040204" pitchFamily="50" charset="-128"/>
              <a:ea typeface="メイリオ" panose="020B0604030504040204" pitchFamily="50" charset="-128"/>
              <a:cs typeface="Verdana" panose="020B0604030504040204" pitchFamily="34" charset="0"/>
            </a:endParaRPr>
          </a:p>
          <a:p>
            <a:pPr marL="64008" indent="0">
              <a:buNone/>
            </a:pPr>
            <a:endParaRPr kumimoji="1" lang="ja-JP" dirty="0">
              <a:latin typeface="メイリオ" panose="020B0604030504040204" pitchFamily="50" charset="-128"/>
              <a:ea typeface="メイリオ" panose="020B0604030504040204" pitchFamily="50" charset="-128"/>
              <a:cs typeface="Verdana" panose="020B0604030504040204" pitchFamily="34" charset="0"/>
            </a:endParaRPr>
          </a:p>
        </p:txBody>
      </p:sp>
      <p:sp>
        <p:nvSpPr>
          <p:cNvPr id="2" name="Title 1"/>
          <p:cNvSpPr>
            <a:spLocks noGrp="1"/>
          </p:cNvSpPr>
          <p:nvPr>
            <p:ph type="title"/>
          </p:nvPr>
        </p:nvSpPr>
        <p:spPr/>
        <p:txBody>
          <a:bodyPr>
            <a:normAutofit/>
          </a:bodyPr>
          <a:lstStyle/>
          <a:p>
            <a:r>
              <a:rPr kumimoji="1" lang="ja-JP" altLang="en-US" dirty="0" smtClean="0">
                <a:latin typeface="メイリオ" panose="020B0604030504040204" pitchFamily="50" charset="-128"/>
                <a:ea typeface="メイリオ" panose="020B0604030504040204" pitchFamily="50" charset="-128"/>
              </a:rPr>
              <a:t>企画コンセプト</a:t>
            </a:r>
            <a:r>
              <a:rPr kumimoji="1" lang="ja-JP" altLang="en-US" sz="2700" dirty="0" smtClean="0">
                <a:latin typeface="メイリオ" panose="020B0604030504040204" pitchFamily="50" charset="-128"/>
                <a:ea typeface="メイリオ" panose="020B0604030504040204" pitchFamily="50" charset="-128"/>
              </a:rPr>
              <a:t> </a:t>
            </a:r>
            <a:r>
              <a:rPr kumimoji="1" lang="en-US" altLang="ja-JP" sz="2700" dirty="0" smtClean="0">
                <a:latin typeface="メイリオ" panose="020B0604030504040204" pitchFamily="50" charset="-128"/>
                <a:ea typeface="メイリオ" panose="020B0604030504040204" pitchFamily="50" charset="-128"/>
              </a:rPr>
              <a:t>-</a:t>
            </a:r>
            <a:r>
              <a:rPr lang="ja-JP" altLang="en-US" sz="2700" dirty="0">
                <a:latin typeface="メイリオ" panose="020B0604030504040204" pitchFamily="50" charset="-128"/>
                <a:ea typeface="メイリオ" panose="020B0604030504040204" pitchFamily="50" charset="-128"/>
              </a:rPr>
              <a:t>利用</a:t>
            </a:r>
            <a:r>
              <a:rPr lang="ja-JP" altLang="en-US" sz="2700" dirty="0" smtClean="0">
                <a:latin typeface="メイリオ" panose="020B0604030504040204" pitchFamily="50" charset="-128"/>
                <a:ea typeface="メイリオ" panose="020B0604030504040204" pitchFamily="50" charset="-128"/>
              </a:rPr>
              <a:t>データ・技術</a:t>
            </a:r>
            <a:r>
              <a:rPr lang="en-US" altLang="ja-JP" sz="2700" dirty="0" smtClean="0">
                <a:latin typeface="メイリオ" panose="020B0604030504040204" pitchFamily="50" charset="-128"/>
                <a:ea typeface="メイリオ" panose="020B0604030504040204" pitchFamily="50" charset="-128"/>
              </a:rPr>
              <a:t>-</a:t>
            </a:r>
            <a:endParaRPr kumimoji="1" lang="ja-JP" sz="27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730932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67494"/>
            <a:ext cx="8686800" cy="1104106"/>
          </a:xfrm>
        </p:spPr>
        <p:txBody>
          <a:bodyPr>
            <a:normAutofit fontScale="90000"/>
          </a:bodyPr>
          <a:lstStyle/>
          <a:p>
            <a:pPr algn="l"/>
            <a:r>
              <a:rPr lang="ja-JP" altLang="en-US" sz="4700" dirty="0" smtClean="0">
                <a:latin typeface="メイリオ" panose="020B0604030504040204" pitchFamily="50" charset="-128"/>
                <a:ea typeface="メイリオ" panose="020B0604030504040204" pitchFamily="50" charset="-128"/>
              </a:rPr>
              <a:t>課題解決施策</a:t>
            </a:r>
            <a:r>
              <a:rPr lang="ja-JP" altLang="en-US" sz="3000" dirty="0" smtClean="0">
                <a:latin typeface="メイリオ" panose="020B0604030504040204" pitchFamily="50" charset="-128"/>
                <a:ea typeface="メイリオ" panose="020B0604030504040204" pitchFamily="50" charset="-128"/>
              </a:rPr>
              <a:t>　</a:t>
            </a:r>
            <a:r>
              <a:rPr lang="en-US" altLang="ja-JP" sz="3000" dirty="0" smtClean="0">
                <a:latin typeface="メイリオ" panose="020B0604030504040204" pitchFamily="50" charset="-128"/>
                <a:ea typeface="メイリオ" panose="020B0604030504040204" pitchFamily="50" charset="-128"/>
              </a:rPr>
              <a:t>-</a:t>
            </a:r>
            <a:r>
              <a:rPr lang="ja-JP" altLang="en-US" sz="3000" dirty="0" smtClean="0">
                <a:latin typeface="メイリオ" panose="020B0604030504040204" pitchFamily="50" charset="-128"/>
                <a:ea typeface="メイリオ" panose="020B0604030504040204" pitchFamily="50" charset="-128"/>
              </a:rPr>
              <a:t>本アプリケーションの概要</a:t>
            </a:r>
            <a:r>
              <a:rPr lang="en-US" altLang="ja-JP" sz="3000" dirty="0" smtClean="0">
                <a:latin typeface="メイリオ" panose="020B0604030504040204" pitchFamily="50" charset="-128"/>
                <a:ea typeface="メイリオ" panose="020B0604030504040204" pitchFamily="50" charset="-128"/>
              </a:rPr>
              <a:t>-</a:t>
            </a:r>
            <a:endParaRPr kumimoji="1" lang="ja-JP" altLang="en-US" sz="3000" dirty="0">
              <a:latin typeface="メイリオ" panose="020B0604030504040204" pitchFamily="50" charset="-128"/>
              <a:ea typeface="メイリオ" panose="020B0604030504040204" pitchFamily="50" charset="-128"/>
            </a:endParaRPr>
          </a:p>
        </p:txBody>
      </p:sp>
      <p:pic>
        <p:nvPicPr>
          <p:cNvPr id="6" name="図 5"/>
          <p:cNvPicPr>
            <a:picLocks noChangeAspect="1"/>
          </p:cNvPicPr>
          <p:nvPr/>
        </p:nvPicPr>
        <p:blipFill rotWithShape="1">
          <a:blip r:embed="rId3" cstate="screen">
            <a:extLst>
              <a:ext uri="{28A0092B-C50C-407E-A947-70E740481C1C}">
                <a14:useLocalDpi xmlns:a14="http://schemas.microsoft.com/office/drawing/2010/main"/>
              </a:ext>
            </a:extLst>
          </a:blip>
          <a:srcRect l="566" t="-225" r="32014" b="57644"/>
          <a:stretch/>
        </p:blipFill>
        <p:spPr>
          <a:xfrm>
            <a:off x="3203848" y="1593356"/>
            <a:ext cx="5040560" cy="3001406"/>
          </a:xfrm>
          <a:prstGeom prst="rect">
            <a:avLst/>
          </a:prstGeom>
        </p:spPr>
      </p:pic>
      <p:pic>
        <p:nvPicPr>
          <p:cNvPr id="7" name="図 6"/>
          <p:cNvPicPr>
            <a:picLocks noChangeAspect="1"/>
          </p:cNvPicPr>
          <p:nvPr/>
        </p:nvPicPr>
        <p:blipFill rotWithShape="1">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rcRect l="79973" t="-346" r="69" b="51124"/>
          <a:stretch/>
        </p:blipFill>
        <p:spPr>
          <a:xfrm>
            <a:off x="683568" y="1556792"/>
            <a:ext cx="1872209" cy="4353001"/>
          </a:xfrm>
          <a:prstGeom prst="rect">
            <a:avLst/>
          </a:prstGeom>
        </p:spPr>
      </p:pic>
      <p:sp>
        <p:nvSpPr>
          <p:cNvPr id="8" name="正方形/長方形 7"/>
          <p:cNvSpPr/>
          <p:nvPr/>
        </p:nvSpPr>
        <p:spPr>
          <a:xfrm>
            <a:off x="644106" y="2348880"/>
            <a:ext cx="1943819" cy="492086"/>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コンテンツ プレースホルダー 2"/>
          <p:cNvSpPr>
            <a:spLocks noGrp="1"/>
          </p:cNvSpPr>
          <p:nvPr>
            <p:ph idx="1"/>
          </p:nvPr>
        </p:nvSpPr>
        <p:spPr>
          <a:xfrm>
            <a:off x="3203848" y="4725144"/>
            <a:ext cx="5338936" cy="1447056"/>
          </a:xfrm>
        </p:spPr>
        <p:txBody>
          <a:bodyPr>
            <a:normAutofit/>
          </a:bodyPr>
          <a:lstStyle/>
          <a:p>
            <a:r>
              <a:rPr kumimoji="1" lang="ja-JP" altLang="en-US" sz="1700" dirty="0" smtClean="0">
                <a:latin typeface="メイリオ" panose="020B0604030504040204" pitchFamily="50" charset="-128"/>
                <a:ea typeface="メイリオ" panose="020B0604030504040204" pitchFamily="50" charset="-128"/>
              </a:rPr>
              <a:t>入力した属性に応じて、似た趣向の人の作成した“しおり”を検索することができます</a:t>
            </a:r>
            <a:endParaRPr kumimoji="1" lang="en-US" altLang="ja-JP" sz="1700" dirty="0" smtClean="0">
              <a:latin typeface="メイリオ" panose="020B0604030504040204" pitchFamily="50" charset="-128"/>
              <a:ea typeface="メイリオ" panose="020B0604030504040204" pitchFamily="50" charset="-128"/>
            </a:endParaRPr>
          </a:p>
          <a:p>
            <a:r>
              <a:rPr kumimoji="1" lang="ja-JP" altLang="en-US" sz="1700" dirty="0" smtClean="0">
                <a:latin typeface="メイリオ" panose="020B0604030504040204" pitchFamily="50" charset="-128"/>
                <a:ea typeface="メイリオ" panose="020B0604030504040204" pitchFamily="50" charset="-128"/>
              </a:rPr>
              <a:t>誰のものも参照せずに初めから作成することもできます</a:t>
            </a:r>
            <a:endParaRPr kumimoji="1" lang="ja-JP" altLang="en-US" sz="1700" dirty="0">
              <a:latin typeface="メイリオ" panose="020B0604030504040204" pitchFamily="50" charset="-128"/>
              <a:ea typeface="メイリオ" panose="020B0604030504040204" pitchFamily="50" charset="-128"/>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図 6"/>
          <p:cNvPicPr>
            <a:picLocks noChangeAspect="1"/>
          </p:cNvPicPr>
          <p:nvPr/>
        </p:nvPicPr>
        <p:blipFill rotWithShape="1">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rcRect l="79973" t="-346" r="69" b="51124"/>
          <a:stretch/>
        </p:blipFill>
        <p:spPr>
          <a:xfrm>
            <a:off x="683568" y="1556792"/>
            <a:ext cx="1872209" cy="4353001"/>
          </a:xfrm>
          <a:prstGeom prst="rect">
            <a:avLst/>
          </a:prstGeom>
        </p:spPr>
      </p:pic>
      <p:sp>
        <p:nvSpPr>
          <p:cNvPr id="8" name="正方形/長方形 7"/>
          <p:cNvSpPr/>
          <p:nvPr/>
        </p:nvSpPr>
        <p:spPr>
          <a:xfrm>
            <a:off x="644106" y="3120719"/>
            <a:ext cx="1943819" cy="1273002"/>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コンテンツ プレースホルダー 2"/>
          <p:cNvSpPr>
            <a:spLocks noGrp="1"/>
          </p:cNvSpPr>
          <p:nvPr>
            <p:ph idx="1"/>
          </p:nvPr>
        </p:nvSpPr>
        <p:spPr>
          <a:xfrm>
            <a:off x="3203848" y="4725144"/>
            <a:ext cx="5832648" cy="1944216"/>
          </a:xfrm>
        </p:spPr>
        <p:txBody>
          <a:bodyPr>
            <a:normAutofit/>
          </a:bodyPr>
          <a:lstStyle/>
          <a:p>
            <a:r>
              <a:rPr lang="ja-JP" altLang="en-US" sz="1700" dirty="0" smtClean="0">
                <a:latin typeface="ＭＳ ゴシック 本文"/>
              </a:rPr>
              <a:t>バス</a:t>
            </a:r>
            <a:r>
              <a:rPr kumimoji="1" lang="ja-JP" altLang="en-US" sz="1700" dirty="0" smtClean="0">
                <a:latin typeface="ＭＳ ゴシック 本文"/>
              </a:rPr>
              <a:t>ルートの検索には「</a:t>
            </a:r>
            <a:r>
              <a:rPr kumimoji="1" lang="en-US" altLang="ja-JP" sz="1700" dirty="0" smtClean="0">
                <a:latin typeface="ＭＳ ゴシック 本文"/>
              </a:rPr>
              <a:t>KOBE</a:t>
            </a:r>
            <a:r>
              <a:rPr kumimoji="1" lang="ja-JP" altLang="en-US" sz="1700" dirty="0" smtClean="0">
                <a:latin typeface="ＭＳ ゴシック 本文"/>
              </a:rPr>
              <a:t>乗継検索」を利用</a:t>
            </a:r>
            <a:endParaRPr kumimoji="1" lang="en-US" altLang="ja-JP" sz="1700" dirty="0" smtClean="0">
              <a:latin typeface="ＭＳ ゴシック 本文"/>
            </a:endParaRPr>
          </a:p>
          <a:p>
            <a:r>
              <a:rPr kumimoji="1" lang="ja-JP" altLang="en-US" sz="1700" dirty="0" smtClean="0">
                <a:latin typeface="ＭＳ ゴシック 本文"/>
              </a:rPr>
              <a:t>徒歩や自家用車でのルート検索には</a:t>
            </a:r>
            <a:r>
              <a:rPr kumimoji="1" lang="en-US" altLang="ja-JP" sz="1700" dirty="0" smtClean="0">
                <a:latin typeface="ＭＳ ゴシック 本文"/>
              </a:rPr>
              <a:t>Google</a:t>
            </a:r>
            <a:r>
              <a:rPr kumimoji="1" lang="ja-JP" altLang="en-US" sz="1700" dirty="0" smtClean="0">
                <a:latin typeface="ＭＳ ゴシック 本文"/>
              </a:rPr>
              <a:t> </a:t>
            </a:r>
            <a:r>
              <a:rPr kumimoji="1" lang="en-US" altLang="ja-JP" sz="1700" dirty="0" smtClean="0">
                <a:latin typeface="ＭＳ ゴシック 本文"/>
              </a:rPr>
              <a:t>Maps</a:t>
            </a:r>
            <a:r>
              <a:rPr kumimoji="1" lang="ja-JP" altLang="en-US" sz="1700" dirty="0" smtClean="0">
                <a:latin typeface="ＭＳ ゴシック 本文"/>
              </a:rPr>
              <a:t>　</a:t>
            </a:r>
            <a:r>
              <a:rPr kumimoji="1" lang="en-US" altLang="ja-JP" sz="1700" dirty="0" smtClean="0">
                <a:latin typeface="ＭＳ ゴシック 本文"/>
              </a:rPr>
              <a:t>API</a:t>
            </a:r>
            <a:r>
              <a:rPr kumimoji="1" lang="ja-JP" altLang="en-US" sz="1700" dirty="0" smtClean="0">
                <a:latin typeface="ＭＳ ゴシック 本文"/>
              </a:rPr>
              <a:t>を利用</a:t>
            </a:r>
            <a:endParaRPr kumimoji="1" lang="en-US" altLang="ja-JP" sz="1700" dirty="0" smtClean="0">
              <a:latin typeface="ＭＳ ゴシック 本文"/>
            </a:endParaRPr>
          </a:p>
          <a:p>
            <a:r>
              <a:rPr kumimoji="1" lang="ja-JP" altLang="en-US" sz="1700" dirty="0" smtClean="0">
                <a:latin typeface="ＭＳ ゴシック 本文"/>
              </a:rPr>
              <a:t>スポット情報は神戸市の観光、施設情報系オープンデータから取得し、優先順位は空間統計</a:t>
            </a:r>
            <a:r>
              <a:rPr kumimoji="1" lang="en-US" altLang="ja-JP" sz="1700" dirty="0" smtClean="0">
                <a:latin typeface="ＭＳ ゴシック 本文"/>
              </a:rPr>
              <a:t>API</a:t>
            </a:r>
            <a:r>
              <a:rPr kumimoji="1" lang="ja-JP" altLang="en-US" sz="1700" dirty="0" smtClean="0">
                <a:latin typeface="ＭＳ ゴシック 本文"/>
              </a:rPr>
              <a:t>による人の数（密集度合い）を利用</a:t>
            </a:r>
            <a:endParaRPr kumimoji="1" lang="ja-JP" altLang="en-US" sz="1700" dirty="0">
              <a:latin typeface="ＭＳ ゴシック 本文"/>
            </a:endParaRPr>
          </a:p>
        </p:txBody>
      </p:sp>
      <p:pic>
        <p:nvPicPr>
          <p:cNvPr id="27" name="図 26"/>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a:off x="3203848" y="1606980"/>
            <a:ext cx="5040560" cy="2987782"/>
          </a:xfrm>
          <a:prstGeom prst="rect">
            <a:avLst/>
          </a:prstGeom>
        </p:spPr>
      </p:pic>
      <p:sp>
        <p:nvSpPr>
          <p:cNvPr id="10" name="タイトル 1"/>
          <p:cNvSpPr>
            <a:spLocks noGrp="1"/>
          </p:cNvSpPr>
          <p:nvPr>
            <p:ph type="title"/>
          </p:nvPr>
        </p:nvSpPr>
        <p:spPr>
          <a:xfrm>
            <a:off x="457200" y="267494"/>
            <a:ext cx="8686800" cy="1104106"/>
          </a:xfrm>
        </p:spPr>
        <p:txBody>
          <a:bodyPr>
            <a:normAutofit fontScale="90000"/>
          </a:bodyPr>
          <a:lstStyle/>
          <a:p>
            <a:pPr algn="l"/>
            <a:r>
              <a:rPr lang="ja-JP" altLang="en-US" sz="4700" dirty="0" smtClean="0">
                <a:latin typeface="メイリオ" panose="020B0604030504040204" pitchFamily="50" charset="-128"/>
                <a:ea typeface="メイリオ" panose="020B0604030504040204" pitchFamily="50" charset="-128"/>
              </a:rPr>
              <a:t>課題解決施策</a:t>
            </a:r>
            <a:r>
              <a:rPr lang="ja-JP" altLang="en-US" sz="3000" dirty="0" smtClean="0">
                <a:latin typeface="メイリオ" panose="020B0604030504040204" pitchFamily="50" charset="-128"/>
                <a:ea typeface="メイリオ" panose="020B0604030504040204" pitchFamily="50" charset="-128"/>
              </a:rPr>
              <a:t>　</a:t>
            </a:r>
            <a:r>
              <a:rPr lang="en-US" altLang="ja-JP" sz="3000" dirty="0" smtClean="0">
                <a:latin typeface="メイリオ" panose="020B0604030504040204" pitchFamily="50" charset="-128"/>
                <a:ea typeface="メイリオ" panose="020B0604030504040204" pitchFamily="50" charset="-128"/>
              </a:rPr>
              <a:t>-</a:t>
            </a:r>
            <a:r>
              <a:rPr lang="ja-JP" altLang="en-US" sz="3000" dirty="0" smtClean="0">
                <a:latin typeface="メイリオ" panose="020B0604030504040204" pitchFamily="50" charset="-128"/>
                <a:ea typeface="メイリオ" panose="020B0604030504040204" pitchFamily="50" charset="-128"/>
              </a:rPr>
              <a:t>本アプリケーションの概要</a:t>
            </a:r>
            <a:r>
              <a:rPr lang="en-US" altLang="ja-JP" sz="3000" dirty="0" smtClean="0">
                <a:latin typeface="メイリオ" panose="020B0604030504040204" pitchFamily="50" charset="-128"/>
                <a:ea typeface="メイリオ" panose="020B0604030504040204" pitchFamily="50" charset="-128"/>
              </a:rPr>
              <a:t>-</a:t>
            </a:r>
            <a:endParaRPr kumimoji="1" lang="ja-JP" altLang="en-US" sz="30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53618251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図 6"/>
          <p:cNvPicPr>
            <a:picLocks noChangeAspect="1"/>
          </p:cNvPicPr>
          <p:nvPr/>
        </p:nvPicPr>
        <p:blipFill rotWithShape="1">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rcRect l="79973" t="-346" r="69" b="51124"/>
          <a:stretch/>
        </p:blipFill>
        <p:spPr>
          <a:xfrm>
            <a:off x="683568" y="1556792"/>
            <a:ext cx="1872209" cy="4353001"/>
          </a:xfrm>
          <a:prstGeom prst="rect">
            <a:avLst/>
          </a:prstGeom>
        </p:spPr>
      </p:pic>
      <p:sp>
        <p:nvSpPr>
          <p:cNvPr id="8" name="正方形/長方形 7"/>
          <p:cNvSpPr/>
          <p:nvPr/>
        </p:nvSpPr>
        <p:spPr>
          <a:xfrm>
            <a:off x="644106" y="3117851"/>
            <a:ext cx="1943819" cy="1275870"/>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コンテンツ プレースホルダー 2"/>
          <p:cNvSpPr>
            <a:spLocks noGrp="1"/>
          </p:cNvSpPr>
          <p:nvPr>
            <p:ph idx="1"/>
          </p:nvPr>
        </p:nvSpPr>
        <p:spPr>
          <a:xfrm>
            <a:off x="3203848" y="4797152"/>
            <a:ext cx="5832648" cy="1944216"/>
          </a:xfrm>
        </p:spPr>
        <p:txBody>
          <a:bodyPr>
            <a:normAutofit/>
          </a:bodyPr>
          <a:lstStyle/>
          <a:p>
            <a:r>
              <a:rPr lang="en-US" altLang="ja-JP" sz="1700" dirty="0" smtClean="0">
                <a:latin typeface="メイリオ" panose="020B0604030504040204" pitchFamily="50" charset="-128"/>
                <a:ea typeface="メイリオ" panose="020B0604030504040204" pitchFamily="50" charset="-128"/>
              </a:rPr>
              <a:t>SNS</a:t>
            </a:r>
            <a:r>
              <a:rPr lang="ja-JP" altLang="en-US" sz="1700" dirty="0" smtClean="0">
                <a:latin typeface="メイリオ" panose="020B0604030504040204" pitchFamily="50" charset="-128"/>
                <a:ea typeface="メイリオ" panose="020B0604030504040204" pitchFamily="50" charset="-128"/>
              </a:rPr>
              <a:t>による口コミ情報を挿入（削除も可能）</a:t>
            </a:r>
            <a:endParaRPr lang="en-US" altLang="ja-JP" sz="1700" dirty="0" smtClean="0">
              <a:latin typeface="メイリオ" panose="020B0604030504040204" pitchFamily="50" charset="-128"/>
              <a:ea typeface="メイリオ" panose="020B0604030504040204" pitchFamily="50" charset="-128"/>
            </a:endParaRPr>
          </a:p>
          <a:p>
            <a:r>
              <a:rPr kumimoji="1" lang="ja-JP" altLang="en-US" sz="1700" dirty="0" smtClean="0">
                <a:latin typeface="メイリオ" panose="020B0604030504040204" pitchFamily="50" charset="-128"/>
                <a:ea typeface="メイリオ" panose="020B0604030504040204" pitchFamily="50" charset="-128"/>
              </a:rPr>
              <a:t>公共交通機関を利用する場合は運賃や路線名も記載</a:t>
            </a:r>
            <a:endParaRPr kumimoji="1" lang="en-US" altLang="ja-JP" sz="1700" dirty="0" smtClean="0">
              <a:latin typeface="メイリオ" panose="020B0604030504040204" pitchFamily="50" charset="-128"/>
              <a:ea typeface="メイリオ" panose="020B0604030504040204" pitchFamily="50" charset="-128"/>
            </a:endParaRPr>
          </a:p>
          <a:p>
            <a:r>
              <a:rPr kumimoji="1" lang="ja-JP" altLang="en-US" sz="1700" dirty="0" smtClean="0">
                <a:latin typeface="メイリオ" panose="020B0604030504040204" pitchFamily="50" charset="-128"/>
                <a:ea typeface="メイリオ" panose="020B0604030504040204" pitchFamily="50" charset="-128"/>
              </a:rPr>
              <a:t>滞在時間の</a:t>
            </a:r>
            <a:r>
              <a:rPr lang="ja-JP" altLang="en-US" sz="1700" dirty="0" smtClean="0">
                <a:latin typeface="メイリオ" panose="020B0604030504040204" pitchFamily="50" charset="-128"/>
                <a:ea typeface="メイリオ" panose="020B0604030504040204" pitchFamily="50" charset="-128"/>
              </a:rPr>
              <a:t>変更や自由にコメントを追加</a:t>
            </a:r>
            <a:endParaRPr lang="en-US" altLang="ja-JP" sz="1700" dirty="0" smtClean="0">
              <a:latin typeface="メイリオ" panose="020B0604030504040204" pitchFamily="50" charset="-128"/>
              <a:ea typeface="メイリオ" panose="020B0604030504040204" pitchFamily="50" charset="-128"/>
            </a:endParaRPr>
          </a:p>
          <a:p>
            <a:r>
              <a:rPr lang="ja-JP" altLang="en-US" sz="1700" dirty="0" smtClean="0">
                <a:latin typeface="メイリオ" panose="020B0604030504040204" pitchFamily="50" charset="-128"/>
                <a:ea typeface="メイリオ" panose="020B0604030504040204" pitchFamily="50" charset="-128"/>
              </a:rPr>
              <a:t>往復の交通機関情報などを入力するページも挿入可能</a:t>
            </a:r>
            <a:endParaRPr lang="en-US" altLang="ja-JP" sz="1700" dirty="0" smtClean="0">
              <a:latin typeface="メイリオ" panose="020B0604030504040204" pitchFamily="50" charset="-128"/>
              <a:ea typeface="メイリオ" panose="020B0604030504040204" pitchFamily="50" charset="-128"/>
            </a:endParaRPr>
          </a:p>
          <a:p>
            <a:r>
              <a:rPr lang="ja-JP" altLang="en-US" sz="1700" dirty="0" smtClean="0">
                <a:latin typeface="メイリオ" panose="020B0604030504040204" pitchFamily="50" charset="-128"/>
                <a:ea typeface="メイリオ" panose="020B0604030504040204" pitchFamily="50" charset="-128"/>
              </a:rPr>
              <a:t>フリーエリアの挿入と記述可能</a:t>
            </a:r>
            <a:endParaRPr lang="en-US" altLang="ja-JP" sz="1700" dirty="0" smtClean="0">
              <a:latin typeface="メイリオ" panose="020B0604030504040204" pitchFamily="50" charset="-128"/>
              <a:ea typeface="メイリオ" panose="020B0604030504040204" pitchFamily="50" charset="-128"/>
            </a:endParaRPr>
          </a:p>
          <a:p>
            <a:r>
              <a:rPr lang="ja-JP" altLang="en-US" sz="1700" dirty="0" smtClean="0">
                <a:latin typeface="メイリオ" panose="020B0604030504040204" pitchFamily="50" charset="-128"/>
                <a:ea typeface="メイリオ" panose="020B0604030504040204" pitchFamily="50" charset="-128"/>
              </a:rPr>
              <a:t>フリー</a:t>
            </a:r>
            <a:r>
              <a:rPr lang="ja-JP" altLang="en-US" sz="1700" dirty="0">
                <a:latin typeface="メイリオ" panose="020B0604030504040204" pitchFamily="50" charset="-128"/>
                <a:ea typeface="メイリオ" panose="020B0604030504040204" pitchFamily="50" charset="-128"/>
              </a:rPr>
              <a:t>エリア</a:t>
            </a:r>
            <a:r>
              <a:rPr lang="ja-JP" altLang="en-US" sz="1700" dirty="0" smtClean="0">
                <a:latin typeface="メイリオ" panose="020B0604030504040204" pitchFamily="50" charset="-128"/>
                <a:ea typeface="メイリオ" panose="020B0604030504040204" pitchFamily="50" charset="-128"/>
              </a:rPr>
              <a:t>には写真なども自由に挿入可能</a:t>
            </a:r>
            <a:endParaRPr lang="en-US" altLang="ja-JP" sz="1700" dirty="0" smtClean="0">
              <a:latin typeface="メイリオ" panose="020B0604030504040204" pitchFamily="50" charset="-128"/>
              <a:ea typeface="メイリオ" panose="020B0604030504040204" pitchFamily="50" charset="-128"/>
            </a:endParaRPr>
          </a:p>
        </p:txBody>
      </p:sp>
      <p:pic>
        <p:nvPicPr>
          <p:cNvPr id="3" name="図 2"/>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a:off x="2699792" y="1194720"/>
            <a:ext cx="3960440" cy="2339313"/>
          </a:xfrm>
          <a:prstGeom prst="rect">
            <a:avLst/>
          </a:prstGeom>
        </p:spPr>
      </p:pic>
      <p:pic>
        <p:nvPicPr>
          <p:cNvPr id="10" name="図 9"/>
          <p:cNvPicPr>
            <a:picLocks noChangeAspect="1"/>
          </p:cNvPicPr>
          <p:nvPr/>
        </p:nvPicPr>
        <p:blipFill rotWithShape="1">
          <a:blip r:embed="rId5" cstate="print">
            <a:extLst>
              <a:ext uri="{28A0092B-C50C-407E-A947-70E740481C1C}">
                <a14:useLocalDpi xmlns:a14="http://schemas.microsoft.com/office/drawing/2010/main" val="0"/>
              </a:ext>
            </a:extLst>
          </a:blip>
          <a:srcRect/>
          <a:stretch/>
        </p:blipFill>
        <p:spPr>
          <a:xfrm>
            <a:off x="4939823" y="2365418"/>
            <a:ext cx="3961711" cy="2339313"/>
          </a:xfrm>
          <a:prstGeom prst="rect">
            <a:avLst/>
          </a:prstGeom>
        </p:spPr>
      </p:pic>
      <p:sp>
        <p:nvSpPr>
          <p:cNvPr id="9" name="タイトル 1"/>
          <p:cNvSpPr>
            <a:spLocks noGrp="1"/>
          </p:cNvSpPr>
          <p:nvPr>
            <p:ph type="title"/>
          </p:nvPr>
        </p:nvSpPr>
        <p:spPr>
          <a:xfrm>
            <a:off x="457200" y="267494"/>
            <a:ext cx="8686800" cy="1104106"/>
          </a:xfrm>
        </p:spPr>
        <p:txBody>
          <a:bodyPr>
            <a:normAutofit fontScale="90000"/>
          </a:bodyPr>
          <a:lstStyle/>
          <a:p>
            <a:pPr algn="l"/>
            <a:r>
              <a:rPr lang="ja-JP" altLang="en-US" sz="4700" dirty="0" smtClean="0">
                <a:latin typeface="メイリオ" panose="020B0604030504040204" pitchFamily="50" charset="-128"/>
                <a:ea typeface="メイリオ" panose="020B0604030504040204" pitchFamily="50" charset="-128"/>
              </a:rPr>
              <a:t>課題解決施策</a:t>
            </a:r>
            <a:r>
              <a:rPr lang="ja-JP" altLang="en-US" sz="3000" dirty="0" smtClean="0">
                <a:latin typeface="メイリオ" panose="020B0604030504040204" pitchFamily="50" charset="-128"/>
                <a:ea typeface="メイリオ" panose="020B0604030504040204" pitchFamily="50" charset="-128"/>
              </a:rPr>
              <a:t>　</a:t>
            </a:r>
            <a:r>
              <a:rPr lang="en-US" altLang="ja-JP" sz="3000" dirty="0" smtClean="0">
                <a:latin typeface="メイリオ" panose="020B0604030504040204" pitchFamily="50" charset="-128"/>
                <a:ea typeface="メイリオ" panose="020B0604030504040204" pitchFamily="50" charset="-128"/>
              </a:rPr>
              <a:t>-</a:t>
            </a:r>
            <a:r>
              <a:rPr lang="ja-JP" altLang="en-US" sz="3000" dirty="0" smtClean="0">
                <a:latin typeface="メイリオ" panose="020B0604030504040204" pitchFamily="50" charset="-128"/>
                <a:ea typeface="メイリオ" panose="020B0604030504040204" pitchFamily="50" charset="-128"/>
              </a:rPr>
              <a:t>本アプリケーションの概要</a:t>
            </a:r>
            <a:r>
              <a:rPr lang="en-US" altLang="ja-JP" sz="3000" dirty="0" smtClean="0">
                <a:latin typeface="メイリオ" panose="020B0604030504040204" pitchFamily="50" charset="-128"/>
                <a:ea typeface="メイリオ" panose="020B0604030504040204" pitchFamily="50" charset="-128"/>
              </a:rPr>
              <a:t>-</a:t>
            </a:r>
            <a:endParaRPr kumimoji="1" lang="ja-JP" altLang="en-US" sz="30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53815752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図 6"/>
          <p:cNvPicPr>
            <a:picLocks noChangeAspect="1"/>
          </p:cNvPicPr>
          <p:nvPr/>
        </p:nvPicPr>
        <p:blipFill rotWithShape="1">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rcRect l="79973" t="-346" r="69" b="51124"/>
          <a:stretch/>
        </p:blipFill>
        <p:spPr>
          <a:xfrm>
            <a:off x="683568" y="1556792"/>
            <a:ext cx="1872209" cy="4353001"/>
          </a:xfrm>
          <a:prstGeom prst="rect">
            <a:avLst/>
          </a:prstGeom>
        </p:spPr>
      </p:pic>
      <p:sp>
        <p:nvSpPr>
          <p:cNvPr id="8" name="正方形/長方形 7"/>
          <p:cNvSpPr/>
          <p:nvPr/>
        </p:nvSpPr>
        <p:spPr>
          <a:xfrm>
            <a:off x="644106" y="4659486"/>
            <a:ext cx="1943819" cy="483079"/>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コンテンツ プレースホルダー 2"/>
          <p:cNvSpPr>
            <a:spLocks noGrp="1"/>
          </p:cNvSpPr>
          <p:nvPr>
            <p:ph idx="1"/>
          </p:nvPr>
        </p:nvSpPr>
        <p:spPr>
          <a:xfrm>
            <a:off x="3203848" y="5373216"/>
            <a:ext cx="5832648" cy="1296144"/>
          </a:xfrm>
        </p:spPr>
        <p:txBody>
          <a:bodyPr>
            <a:normAutofit/>
          </a:bodyPr>
          <a:lstStyle/>
          <a:p>
            <a:r>
              <a:rPr lang="ja-JP" altLang="en-US" sz="1700" dirty="0" smtClean="0">
                <a:latin typeface="メイリオ" panose="020B0604030504040204" pitchFamily="50" charset="-128"/>
                <a:ea typeface="メイリオ" panose="020B0604030504040204" pitchFamily="50" charset="-128"/>
              </a:rPr>
              <a:t>テンプレートを選択してきれいに装飾された“しおり”を保存・</a:t>
            </a:r>
            <a:r>
              <a:rPr lang="en-US" altLang="ja-JP" sz="1700" dirty="0" smtClean="0">
                <a:latin typeface="メイリオ" panose="020B0604030504040204" pitchFamily="50" charset="-128"/>
                <a:ea typeface="メイリオ" panose="020B0604030504040204" pitchFamily="50" charset="-128"/>
              </a:rPr>
              <a:t>PDF</a:t>
            </a:r>
            <a:r>
              <a:rPr lang="ja-JP" altLang="en-US" sz="1700" dirty="0" smtClean="0">
                <a:latin typeface="メイリオ" panose="020B0604030504040204" pitchFamily="50" charset="-128"/>
                <a:ea typeface="メイリオ" panose="020B0604030504040204" pitchFamily="50" charset="-128"/>
              </a:rPr>
              <a:t>変換</a:t>
            </a:r>
            <a:endParaRPr lang="en-US" altLang="ja-JP" sz="1700" dirty="0" smtClean="0">
              <a:latin typeface="メイリオ" panose="020B0604030504040204" pitchFamily="50" charset="-128"/>
              <a:ea typeface="メイリオ" panose="020B0604030504040204" pitchFamily="50" charset="-128"/>
            </a:endParaRPr>
          </a:p>
          <a:p>
            <a:r>
              <a:rPr kumimoji="1" lang="ja-JP" altLang="en-US" sz="1700" dirty="0">
                <a:latin typeface="メイリオ" panose="020B0604030504040204" pitchFamily="50" charset="-128"/>
                <a:ea typeface="メイリオ" panose="020B0604030504040204" pitchFamily="50" charset="-128"/>
              </a:rPr>
              <a:t>作成</a:t>
            </a:r>
            <a:r>
              <a:rPr kumimoji="1" lang="ja-JP" altLang="en-US" sz="1700" dirty="0" smtClean="0">
                <a:latin typeface="メイリオ" panose="020B0604030504040204" pitchFamily="50" charset="-128"/>
                <a:ea typeface="メイリオ" panose="020B0604030504040204" pitchFamily="50" charset="-128"/>
              </a:rPr>
              <a:t>したしおりはアプリケーションを通じて一般公開することも可能（公開せずに保存だけも可能）</a:t>
            </a:r>
            <a:endParaRPr kumimoji="1" lang="ja-JP" altLang="en-US" sz="1700" dirty="0">
              <a:latin typeface="メイリオ" panose="020B0604030504040204" pitchFamily="50" charset="-128"/>
              <a:ea typeface="メイリオ" panose="020B0604030504040204" pitchFamily="50" charset="-128"/>
            </a:endParaRPr>
          </a:p>
        </p:txBody>
      </p:sp>
      <p:grpSp>
        <p:nvGrpSpPr>
          <p:cNvPr id="10" name="グループ化 9"/>
          <p:cNvGrpSpPr/>
          <p:nvPr/>
        </p:nvGrpSpPr>
        <p:grpSpPr>
          <a:xfrm>
            <a:off x="2825835" y="1371600"/>
            <a:ext cx="2812358" cy="1994272"/>
            <a:chOff x="2887047" y="1358280"/>
            <a:chExt cx="2812358" cy="1994272"/>
          </a:xfrm>
        </p:grpSpPr>
        <p:pic>
          <p:nvPicPr>
            <p:cNvPr id="4" name="図 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887047" y="1358280"/>
              <a:ext cx="1406179" cy="1988840"/>
            </a:xfrm>
            <a:prstGeom prst="rect">
              <a:avLst/>
            </a:prstGeom>
          </p:spPr>
        </p:pic>
        <p:pic>
          <p:nvPicPr>
            <p:cNvPr id="5" name="図 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293226" y="1363712"/>
              <a:ext cx="1406179" cy="1988840"/>
            </a:xfrm>
            <a:prstGeom prst="rect">
              <a:avLst/>
            </a:prstGeom>
          </p:spPr>
        </p:pic>
      </p:grpSp>
      <p:grpSp>
        <p:nvGrpSpPr>
          <p:cNvPr id="15" name="グループ化 14"/>
          <p:cNvGrpSpPr/>
          <p:nvPr/>
        </p:nvGrpSpPr>
        <p:grpSpPr>
          <a:xfrm>
            <a:off x="5874968" y="1379438"/>
            <a:ext cx="2811832" cy="1988468"/>
            <a:chOff x="5182308" y="1818369"/>
            <a:chExt cx="2811832" cy="1988468"/>
          </a:xfrm>
        </p:grpSpPr>
        <p:pic>
          <p:nvPicPr>
            <p:cNvPr id="12" name="図 11"/>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182308" y="1818369"/>
              <a:ext cx="1405916" cy="1988468"/>
            </a:xfrm>
            <a:prstGeom prst="rect">
              <a:avLst/>
            </a:prstGeom>
          </p:spPr>
        </p:pic>
        <p:pic>
          <p:nvPicPr>
            <p:cNvPr id="14" name="図 13"/>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588224" y="1818369"/>
              <a:ext cx="1405916" cy="1988468"/>
            </a:xfrm>
            <a:prstGeom prst="rect">
              <a:avLst/>
            </a:prstGeom>
          </p:spPr>
        </p:pic>
      </p:grpSp>
      <p:grpSp>
        <p:nvGrpSpPr>
          <p:cNvPr id="16" name="グループ化 15"/>
          <p:cNvGrpSpPr/>
          <p:nvPr/>
        </p:nvGrpSpPr>
        <p:grpSpPr>
          <a:xfrm>
            <a:off x="4350138" y="3222848"/>
            <a:ext cx="2812358" cy="1996678"/>
            <a:chOff x="3597869" y="4869160"/>
            <a:chExt cx="2812358" cy="1996678"/>
          </a:xfrm>
        </p:grpSpPr>
        <p:pic>
          <p:nvPicPr>
            <p:cNvPr id="6" name="図 5"/>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597869" y="4869160"/>
              <a:ext cx="1406179" cy="1988840"/>
            </a:xfrm>
            <a:prstGeom prst="rect">
              <a:avLst/>
            </a:prstGeom>
          </p:spPr>
        </p:pic>
        <p:pic>
          <p:nvPicPr>
            <p:cNvPr id="9" name="図 8"/>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5004048" y="4876998"/>
              <a:ext cx="1406179" cy="1988840"/>
            </a:xfrm>
            <a:prstGeom prst="rect">
              <a:avLst/>
            </a:prstGeom>
          </p:spPr>
        </p:pic>
      </p:grpSp>
      <p:sp>
        <p:nvSpPr>
          <p:cNvPr id="17" name="タイトル 1"/>
          <p:cNvSpPr>
            <a:spLocks noGrp="1"/>
          </p:cNvSpPr>
          <p:nvPr>
            <p:ph type="title"/>
          </p:nvPr>
        </p:nvSpPr>
        <p:spPr>
          <a:xfrm>
            <a:off x="457200" y="267494"/>
            <a:ext cx="8686800" cy="1104106"/>
          </a:xfrm>
        </p:spPr>
        <p:txBody>
          <a:bodyPr>
            <a:normAutofit fontScale="90000"/>
          </a:bodyPr>
          <a:lstStyle/>
          <a:p>
            <a:pPr algn="l"/>
            <a:r>
              <a:rPr lang="ja-JP" altLang="en-US" sz="4700" dirty="0" smtClean="0">
                <a:latin typeface="メイリオ" panose="020B0604030504040204" pitchFamily="50" charset="-128"/>
                <a:ea typeface="メイリオ" panose="020B0604030504040204" pitchFamily="50" charset="-128"/>
              </a:rPr>
              <a:t>課題解決施策</a:t>
            </a:r>
            <a:r>
              <a:rPr lang="ja-JP" altLang="en-US" sz="3000" dirty="0" smtClean="0">
                <a:latin typeface="メイリオ" panose="020B0604030504040204" pitchFamily="50" charset="-128"/>
                <a:ea typeface="メイリオ" panose="020B0604030504040204" pitchFamily="50" charset="-128"/>
              </a:rPr>
              <a:t>　</a:t>
            </a:r>
            <a:r>
              <a:rPr lang="en-US" altLang="ja-JP" sz="3000" dirty="0" smtClean="0">
                <a:latin typeface="メイリオ" panose="020B0604030504040204" pitchFamily="50" charset="-128"/>
                <a:ea typeface="メイリオ" panose="020B0604030504040204" pitchFamily="50" charset="-128"/>
              </a:rPr>
              <a:t>-</a:t>
            </a:r>
            <a:r>
              <a:rPr lang="ja-JP" altLang="en-US" sz="3000" dirty="0" smtClean="0">
                <a:latin typeface="メイリオ" panose="020B0604030504040204" pitchFamily="50" charset="-128"/>
                <a:ea typeface="メイリオ" panose="020B0604030504040204" pitchFamily="50" charset="-128"/>
              </a:rPr>
              <a:t>本アプリケーションの概要</a:t>
            </a:r>
            <a:r>
              <a:rPr lang="en-US" altLang="ja-JP" sz="3000" dirty="0" smtClean="0">
                <a:latin typeface="メイリオ" panose="020B0604030504040204" pitchFamily="50" charset="-128"/>
                <a:ea typeface="メイリオ" panose="020B0604030504040204" pitchFamily="50" charset="-128"/>
              </a:rPr>
              <a:t>-</a:t>
            </a:r>
            <a:endParaRPr kumimoji="1" lang="ja-JP" altLang="en-US" sz="30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22124753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正方形/長方形 4"/>
          <p:cNvSpPr/>
          <p:nvPr/>
        </p:nvSpPr>
        <p:spPr>
          <a:xfrm>
            <a:off x="251520" y="1485648"/>
            <a:ext cx="8640960" cy="2201416"/>
          </a:xfrm>
          <a:prstGeom prst="rect">
            <a:avLst/>
          </a:prstGeom>
          <a:solidFill>
            <a:srgbClr val="FDEDDA">
              <a:alpha val="50196"/>
            </a:srgb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Title 1"/>
          <p:cNvSpPr>
            <a:spLocks noGrp="1"/>
          </p:cNvSpPr>
          <p:nvPr>
            <p:ph type="title"/>
          </p:nvPr>
        </p:nvSpPr>
        <p:spPr/>
        <p:txBody>
          <a:bodyPr/>
          <a:lstStyle/>
          <a:p>
            <a:r>
              <a:rPr kumimoji="1" lang="ja-JP" altLang="en-US" dirty="0" smtClean="0">
                <a:latin typeface="ＭＳ Ｐゴシック" pitchFamily="50" charset="-128"/>
                <a:ea typeface="ＭＳ Ｐゴシック" pitchFamily="50" charset="-128"/>
              </a:rPr>
              <a:t>課題解決イメージ</a:t>
            </a:r>
            <a:endParaRPr kumimoji="1" lang="ja-JP" dirty="0">
              <a:latin typeface="ＭＳ Ｐゴシック" pitchFamily="50" charset="-128"/>
              <a:ea typeface="ＭＳ Ｐゴシック" pitchFamily="50" charset="-128"/>
            </a:endParaRPr>
          </a:p>
        </p:txBody>
      </p:sp>
      <p:pic>
        <p:nvPicPr>
          <p:cNvPr id="4" name="コンテンツ プレースホルダー 3"/>
          <p:cNvPicPr>
            <a:picLocks noGrp="1" noChangeAspect="1"/>
          </p:cNvPicPr>
          <p:nvPr>
            <p:ph idx="1"/>
          </p:nvPr>
        </p:nvPicPr>
        <p:blipFill rotWithShape="1">
          <a:blip r:embed="rId3" cstate="print">
            <a:extLst>
              <a:ext uri="{28A0092B-C50C-407E-A947-70E740481C1C}">
                <a14:useLocalDpi xmlns:a14="http://schemas.microsoft.com/office/drawing/2010/main" val="0"/>
              </a:ext>
            </a:extLst>
          </a:blip>
          <a:srcRect/>
          <a:stretch/>
        </p:blipFill>
        <p:spPr>
          <a:xfrm>
            <a:off x="2531218" y="1958872"/>
            <a:ext cx="1065176" cy="1198322"/>
          </a:xfrm>
        </p:spPr>
      </p:pic>
      <p:pic>
        <p:nvPicPr>
          <p:cNvPr id="4098" name="Picture 2" descr="人物・おばさんのイラスト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3528" y="2030880"/>
            <a:ext cx="1152128" cy="1054306"/>
          </a:xfrm>
          <a:prstGeom prst="rect">
            <a:avLst/>
          </a:prstGeom>
          <a:noFill/>
          <a:extLst>
            <a:ext uri="{909E8E84-426E-40DD-AFC4-6F175D3DCCD1}">
              <a14:hiddenFill xmlns:a14="http://schemas.microsoft.com/office/drawing/2010/main">
                <a:solidFill>
                  <a:srgbClr val="FFFFFF"/>
                </a:solidFill>
              </a14:hiddenFill>
            </a:ext>
          </a:extLst>
        </p:spPr>
      </p:pic>
      <p:sp>
        <p:nvSpPr>
          <p:cNvPr id="7" name="右矢印 6"/>
          <p:cNvSpPr/>
          <p:nvPr/>
        </p:nvSpPr>
        <p:spPr>
          <a:xfrm>
            <a:off x="1587166" y="2298324"/>
            <a:ext cx="976088" cy="576064"/>
          </a:xfrm>
          <a:prstGeom prst="rightArrow">
            <a:avLst/>
          </a:prstGeom>
        </p:spPr>
        <p:style>
          <a:lnRef idx="1">
            <a:schemeClr val="accent4"/>
          </a:lnRef>
          <a:fillRef idx="3">
            <a:schemeClr val="accent4"/>
          </a:fillRef>
          <a:effectRef idx="2">
            <a:schemeClr val="accent4"/>
          </a:effectRef>
          <a:fontRef idx="minor">
            <a:schemeClr val="lt1"/>
          </a:fontRef>
        </p:style>
        <p:txBody>
          <a:bodyPr lIns="0" rIns="0" rtlCol="0" anchor="ctr"/>
          <a:lstStyle/>
          <a:p>
            <a:pPr algn="ctr"/>
            <a:r>
              <a:rPr kumimoji="1" lang="ja-JP" altLang="en-US" sz="1400" dirty="0" smtClean="0"/>
              <a:t>口コミ</a:t>
            </a:r>
            <a:endParaRPr kumimoji="1" lang="ja-JP" altLang="en-US" sz="1400" dirty="0"/>
          </a:p>
        </p:txBody>
      </p:sp>
      <p:sp>
        <p:nvSpPr>
          <p:cNvPr id="8" name="円形吹き出し 7"/>
          <p:cNvSpPr/>
          <p:nvPr/>
        </p:nvSpPr>
        <p:spPr>
          <a:xfrm>
            <a:off x="1214630" y="1886864"/>
            <a:ext cx="869596" cy="411460"/>
          </a:xfrm>
          <a:prstGeom prst="wedgeEllipseCallout">
            <a:avLst>
              <a:gd name="adj1" fmla="val -40357"/>
              <a:gd name="adj2" fmla="val 68379"/>
            </a:avLst>
          </a:prstGeom>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kumimoji="1" lang="ja-JP" altLang="en-US" sz="800" dirty="0" smtClean="0"/>
              <a:t>ポートタワー</a:t>
            </a:r>
            <a:endParaRPr kumimoji="1" lang="en-US" altLang="ja-JP" sz="800" dirty="0" smtClean="0"/>
          </a:p>
          <a:p>
            <a:pPr algn="ctr"/>
            <a:r>
              <a:rPr kumimoji="1" lang="ja-JP" altLang="en-US" sz="800" dirty="0" smtClean="0"/>
              <a:t>よかったよ</a:t>
            </a:r>
            <a:endParaRPr kumimoji="1" lang="ja-JP" altLang="en-US" sz="800" dirty="0"/>
          </a:p>
        </p:txBody>
      </p:sp>
      <p:sp>
        <p:nvSpPr>
          <p:cNvPr id="10" name="右矢印 9"/>
          <p:cNvSpPr/>
          <p:nvPr/>
        </p:nvSpPr>
        <p:spPr>
          <a:xfrm>
            <a:off x="3628418" y="2288452"/>
            <a:ext cx="976088" cy="576064"/>
          </a:xfrm>
          <a:prstGeom prst="rightArrow">
            <a:avLst/>
          </a:prstGeom>
        </p:spPr>
        <p:style>
          <a:lnRef idx="1">
            <a:schemeClr val="accent4"/>
          </a:lnRef>
          <a:fillRef idx="3">
            <a:schemeClr val="accent4"/>
          </a:fillRef>
          <a:effectRef idx="2">
            <a:schemeClr val="accent4"/>
          </a:effectRef>
          <a:fontRef idx="minor">
            <a:schemeClr val="lt1"/>
          </a:fontRef>
        </p:style>
        <p:txBody>
          <a:bodyPr lIns="0" rIns="0" rtlCol="0" anchor="ctr"/>
          <a:lstStyle/>
          <a:p>
            <a:pPr algn="ctr"/>
            <a:r>
              <a:rPr kumimoji="1" lang="ja-JP" altLang="en-US" sz="1400" dirty="0" smtClean="0"/>
              <a:t>情報取集</a:t>
            </a:r>
            <a:endParaRPr kumimoji="1" lang="ja-JP" altLang="en-US" sz="1400" dirty="0"/>
          </a:p>
        </p:txBody>
      </p:sp>
      <p:pic>
        <p:nvPicPr>
          <p:cNvPr id="4108" name="Picture 12" descr="古新聞・中古雑誌のイラスト"/>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668900" y="1574635"/>
            <a:ext cx="1329402" cy="912490"/>
          </a:xfrm>
          <a:prstGeom prst="rect">
            <a:avLst/>
          </a:prstGeom>
          <a:noFill/>
          <a:extLst>
            <a:ext uri="{909E8E84-426E-40DD-AFC4-6F175D3DCCD1}">
              <a14:hiddenFill xmlns:a14="http://schemas.microsoft.com/office/drawing/2010/main">
                <a:solidFill>
                  <a:srgbClr val="FFFFFF"/>
                </a:solidFill>
              </a14:hiddenFill>
            </a:ext>
          </a:extLst>
        </p:spPr>
      </p:pic>
      <p:pic>
        <p:nvPicPr>
          <p:cNvPr id="4110" name="Picture 14" descr="モバイルノートパソコン/クリップアート/無料画像/アイコン"/>
          <p:cNvPicPr>
            <a:picLocks noChangeAspect="1" noChangeArrowheads="1"/>
          </p:cNvPicPr>
          <p:nvPr/>
        </p:nvPicPr>
        <p:blipFill>
          <a:blip r:embed="rId6"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580845" y="2386315"/>
            <a:ext cx="999268" cy="699488"/>
          </a:xfrm>
          <a:prstGeom prst="rect">
            <a:avLst/>
          </a:prstGeom>
          <a:noFill/>
          <a:extLst>
            <a:ext uri="{909E8E84-426E-40DD-AFC4-6F175D3DCCD1}">
              <a14:hiddenFill xmlns:a14="http://schemas.microsoft.com/office/drawing/2010/main">
                <a:solidFill>
                  <a:srgbClr val="FFFFFF"/>
                </a:solidFill>
              </a14:hiddenFill>
            </a:ext>
          </a:extLst>
        </p:spPr>
      </p:pic>
      <p:sp>
        <p:nvSpPr>
          <p:cNvPr id="17" name="右矢印 16"/>
          <p:cNvSpPr/>
          <p:nvPr/>
        </p:nvSpPr>
        <p:spPr>
          <a:xfrm>
            <a:off x="6454291" y="2256256"/>
            <a:ext cx="976088" cy="576064"/>
          </a:xfrm>
          <a:prstGeom prst="rightArrow">
            <a:avLst/>
          </a:prstGeom>
        </p:spPr>
        <p:style>
          <a:lnRef idx="1">
            <a:schemeClr val="accent4"/>
          </a:lnRef>
          <a:fillRef idx="3">
            <a:schemeClr val="accent4"/>
          </a:fillRef>
          <a:effectRef idx="2">
            <a:schemeClr val="accent4"/>
          </a:effectRef>
          <a:fontRef idx="minor">
            <a:schemeClr val="lt1"/>
          </a:fontRef>
        </p:style>
        <p:txBody>
          <a:bodyPr lIns="0" rIns="0" rtlCol="0" anchor="ctr"/>
          <a:lstStyle/>
          <a:p>
            <a:pPr algn="ctr"/>
            <a:r>
              <a:rPr kumimoji="1" lang="ja-JP" altLang="en-US" sz="1400" dirty="0" smtClean="0"/>
              <a:t>計画</a:t>
            </a:r>
            <a:endParaRPr kumimoji="1" lang="ja-JP" altLang="en-US" sz="1400" dirty="0"/>
          </a:p>
        </p:txBody>
      </p:sp>
      <p:sp>
        <p:nvSpPr>
          <p:cNvPr id="9" name="雲形吹き出し 8"/>
          <p:cNvSpPr/>
          <p:nvPr/>
        </p:nvSpPr>
        <p:spPr>
          <a:xfrm>
            <a:off x="5430198" y="2689927"/>
            <a:ext cx="1104996" cy="628400"/>
          </a:xfrm>
          <a:prstGeom prst="cloudCallout">
            <a:avLst>
              <a:gd name="adj1" fmla="val -79932"/>
              <a:gd name="adj2" fmla="val -29288"/>
            </a:avLst>
          </a:prstGeom>
        </p:spPr>
        <p:style>
          <a:lnRef idx="1">
            <a:schemeClr val="accent3"/>
          </a:lnRef>
          <a:fillRef idx="2">
            <a:schemeClr val="accent3"/>
          </a:fillRef>
          <a:effectRef idx="1">
            <a:schemeClr val="accent3"/>
          </a:effectRef>
          <a:fontRef idx="minor">
            <a:schemeClr val="dk1"/>
          </a:fontRef>
        </p:style>
        <p:txBody>
          <a:bodyPr lIns="0" tIns="36000" rIns="0" bIns="0" rtlCol="0" anchor="ctr"/>
          <a:lstStyle/>
          <a:p>
            <a:r>
              <a:rPr kumimoji="1" lang="ja-JP" altLang="en-US" sz="1100" dirty="0" smtClean="0"/>
              <a:t>・</a:t>
            </a:r>
            <a:r>
              <a:rPr kumimoji="1" lang="en-US" altLang="ja-JP" sz="1100" dirty="0" smtClean="0"/>
              <a:t>A</a:t>
            </a:r>
            <a:r>
              <a:rPr kumimoji="1" lang="ja-JP" altLang="en-US" sz="1100" dirty="0" smtClean="0"/>
              <a:t>サイト</a:t>
            </a:r>
            <a:endParaRPr kumimoji="1" lang="en-US" altLang="ja-JP" sz="1100" dirty="0" smtClean="0"/>
          </a:p>
          <a:p>
            <a:r>
              <a:rPr kumimoji="1" lang="ja-JP" altLang="en-US" sz="1100" dirty="0" smtClean="0"/>
              <a:t>・</a:t>
            </a:r>
            <a:r>
              <a:rPr kumimoji="1" lang="en-US" altLang="ja-JP" sz="1100" dirty="0" smtClean="0"/>
              <a:t>B</a:t>
            </a:r>
            <a:r>
              <a:rPr kumimoji="1" lang="ja-JP" altLang="en-US" sz="1100" dirty="0" smtClean="0"/>
              <a:t>サイト</a:t>
            </a:r>
            <a:endParaRPr kumimoji="1" lang="en-US" altLang="ja-JP" sz="1100" dirty="0" smtClean="0"/>
          </a:p>
          <a:p>
            <a:r>
              <a:rPr kumimoji="1" lang="ja-JP" altLang="en-US" sz="1100" dirty="0" smtClean="0"/>
              <a:t>・・</a:t>
            </a:r>
            <a:r>
              <a:rPr kumimoji="1" lang="ja-JP" altLang="en-US" sz="1100" dirty="0"/>
              <a:t>・</a:t>
            </a:r>
          </a:p>
        </p:txBody>
      </p:sp>
      <p:pic>
        <p:nvPicPr>
          <p:cNvPr id="11" name="図 10"/>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7524328" y="2433768"/>
            <a:ext cx="1270870" cy="847670"/>
          </a:xfrm>
          <a:prstGeom prst="rect">
            <a:avLst/>
          </a:prstGeom>
        </p:spPr>
      </p:pic>
      <p:sp>
        <p:nvSpPr>
          <p:cNvPr id="12" name="テキスト ボックス 11"/>
          <p:cNvSpPr txBox="1"/>
          <p:nvPr/>
        </p:nvSpPr>
        <p:spPr>
          <a:xfrm>
            <a:off x="7430379" y="3281438"/>
            <a:ext cx="1364819" cy="261610"/>
          </a:xfrm>
          <a:prstGeom prst="rect">
            <a:avLst/>
          </a:prstGeom>
          <a:noFill/>
        </p:spPr>
        <p:txBody>
          <a:bodyPr wrap="square" rtlCol="0">
            <a:spAutoFit/>
          </a:bodyPr>
          <a:lstStyle/>
          <a:p>
            <a:pPr algn="r"/>
            <a:r>
              <a:rPr kumimoji="1" lang="ja-JP" altLang="en-US" sz="1100" dirty="0" smtClean="0"/>
              <a:t>集めた情報を整理</a:t>
            </a:r>
            <a:endParaRPr kumimoji="1" lang="ja-JP" altLang="en-US" sz="1100" dirty="0"/>
          </a:p>
        </p:txBody>
      </p:sp>
      <p:sp>
        <p:nvSpPr>
          <p:cNvPr id="21" name="テキスト ボックス 20"/>
          <p:cNvSpPr txBox="1"/>
          <p:nvPr/>
        </p:nvSpPr>
        <p:spPr>
          <a:xfrm>
            <a:off x="4535013" y="3183666"/>
            <a:ext cx="1192364" cy="430887"/>
          </a:xfrm>
          <a:prstGeom prst="rect">
            <a:avLst/>
          </a:prstGeom>
          <a:noFill/>
        </p:spPr>
        <p:txBody>
          <a:bodyPr wrap="square" rtlCol="0">
            <a:spAutoFit/>
          </a:bodyPr>
          <a:lstStyle/>
          <a:p>
            <a:r>
              <a:rPr kumimoji="1" lang="ja-JP" altLang="en-US" sz="1100" dirty="0" smtClean="0"/>
              <a:t>ポートタワーの情報を収集</a:t>
            </a:r>
            <a:endParaRPr kumimoji="1" lang="ja-JP" altLang="en-US" sz="1100" dirty="0"/>
          </a:p>
        </p:txBody>
      </p:sp>
      <p:sp>
        <p:nvSpPr>
          <p:cNvPr id="22" name="テキスト ボックス 21"/>
          <p:cNvSpPr txBox="1"/>
          <p:nvPr/>
        </p:nvSpPr>
        <p:spPr>
          <a:xfrm>
            <a:off x="2554708" y="3177283"/>
            <a:ext cx="1192364" cy="430887"/>
          </a:xfrm>
          <a:prstGeom prst="rect">
            <a:avLst/>
          </a:prstGeom>
          <a:noFill/>
        </p:spPr>
        <p:txBody>
          <a:bodyPr wrap="square" rtlCol="0">
            <a:spAutoFit/>
          </a:bodyPr>
          <a:lstStyle/>
          <a:p>
            <a:r>
              <a:rPr kumimoji="1" lang="ja-JP" altLang="en-US" sz="1100" dirty="0" smtClean="0"/>
              <a:t>ポートタワーに</a:t>
            </a:r>
            <a:endParaRPr kumimoji="1" lang="en-US" altLang="ja-JP" sz="1100" dirty="0" smtClean="0"/>
          </a:p>
          <a:p>
            <a:r>
              <a:rPr kumimoji="1" lang="ja-JP" altLang="en-US" sz="1100" dirty="0"/>
              <a:t>行</a:t>
            </a:r>
            <a:r>
              <a:rPr kumimoji="1" lang="ja-JP" altLang="en-US" sz="1100" dirty="0" smtClean="0"/>
              <a:t>ってみた</a:t>
            </a:r>
            <a:r>
              <a:rPr kumimoji="1" lang="ja-JP" altLang="en-US" sz="1100" dirty="0"/>
              <a:t>い</a:t>
            </a:r>
          </a:p>
        </p:txBody>
      </p:sp>
      <p:sp>
        <p:nvSpPr>
          <p:cNvPr id="13" name="フローチャート: 代替処理 12"/>
          <p:cNvSpPr/>
          <p:nvPr/>
        </p:nvSpPr>
        <p:spPr>
          <a:xfrm>
            <a:off x="323527" y="1310800"/>
            <a:ext cx="3889383" cy="335305"/>
          </a:xfrm>
          <a:prstGeom prst="flowChartAlternateProcess">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kumimoji="1" lang="ja-JP" altLang="en-US" dirty="0" smtClean="0"/>
              <a:t>従来の観光計画立案パターン</a:t>
            </a:r>
            <a:endParaRPr kumimoji="1" lang="ja-JP" altLang="en-US" dirty="0"/>
          </a:p>
        </p:txBody>
      </p:sp>
      <p:sp>
        <p:nvSpPr>
          <p:cNvPr id="24" name="正方形/長方形 23"/>
          <p:cNvSpPr/>
          <p:nvPr/>
        </p:nvSpPr>
        <p:spPr>
          <a:xfrm>
            <a:off x="255538" y="4035896"/>
            <a:ext cx="8640960" cy="2201416"/>
          </a:xfrm>
          <a:prstGeom prst="rect">
            <a:avLst/>
          </a:prstGeom>
          <a:solidFill>
            <a:schemeClr val="accent6">
              <a:lumMod val="40000"/>
              <a:lumOff val="60000"/>
              <a:alpha val="50196"/>
            </a:schemeClr>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25" name="コンテンツ プレースホルダー 3"/>
          <p:cNvPicPr>
            <a:picLocks noChangeAspect="1"/>
          </p:cNvPicPr>
          <p:nvPr/>
        </p:nvPicPr>
        <p:blipFill rotWithShape="1">
          <a:blip r:embed="rId3" cstate="print">
            <a:extLst>
              <a:ext uri="{28A0092B-C50C-407E-A947-70E740481C1C}">
                <a14:useLocalDpi xmlns:a14="http://schemas.microsoft.com/office/drawing/2010/main" val="0"/>
              </a:ext>
            </a:extLst>
          </a:blip>
          <a:srcRect/>
          <a:stretch/>
        </p:blipFill>
        <p:spPr>
          <a:xfrm>
            <a:off x="2535236" y="4509120"/>
            <a:ext cx="1065176" cy="1198322"/>
          </a:xfrm>
          <a:prstGeom prst="rect">
            <a:avLst/>
          </a:prstGeom>
        </p:spPr>
      </p:pic>
      <p:pic>
        <p:nvPicPr>
          <p:cNvPr id="26" name="Picture 2" descr="人物・おばさんのイラスト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7546" y="4581128"/>
            <a:ext cx="1152128" cy="1054306"/>
          </a:xfrm>
          <a:prstGeom prst="rect">
            <a:avLst/>
          </a:prstGeom>
          <a:noFill/>
          <a:extLst>
            <a:ext uri="{909E8E84-426E-40DD-AFC4-6F175D3DCCD1}">
              <a14:hiddenFill xmlns:a14="http://schemas.microsoft.com/office/drawing/2010/main">
                <a:solidFill>
                  <a:srgbClr val="FFFFFF"/>
                </a:solidFill>
              </a14:hiddenFill>
            </a:ext>
          </a:extLst>
        </p:spPr>
      </p:pic>
      <p:sp>
        <p:nvSpPr>
          <p:cNvPr id="27" name="右矢印 26"/>
          <p:cNvSpPr/>
          <p:nvPr/>
        </p:nvSpPr>
        <p:spPr>
          <a:xfrm>
            <a:off x="1591184" y="4848572"/>
            <a:ext cx="976088" cy="576064"/>
          </a:xfrm>
          <a:prstGeom prst="rightArrow">
            <a:avLst/>
          </a:prstGeom>
        </p:spPr>
        <p:style>
          <a:lnRef idx="1">
            <a:schemeClr val="accent6"/>
          </a:lnRef>
          <a:fillRef idx="3">
            <a:schemeClr val="accent6"/>
          </a:fillRef>
          <a:effectRef idx="2">
            <a:schemeClr val="accent6"/>
          </a:effectRef>
          <a:fontRef idx="minor">
            <a:schemeClr val="lt1"/>
          </a:fontRef>
        </p:style>
        <p:txBody>
          <a:bodyPr lIns="0" rIns="0" rtlCol="0" anchor="ctr"/>
          <a:lstStyle/>
          <a:p>
            <a:pPr algn="ctr"/>
            <a:r>
              <a:rPr kumimoji="1" lang="ja-JP" altLang="en-US" sz="1400" dirty="0" smtClean="0">
                <a:solidFill>
                  <a:schemeClr val="bg2">
                    <a:lumMod val="90000"/>
                  </a:schemeClr>
                </a:solidFill>
              </a:rPr>
              <a:t>口コミ</a:t>
            </a:r>
            <a:endParaRPr kumimoji="1" lang="ja-JP" altLang="en-US" sz="1400" dirty="0">
              <a:solidFill>
                <a:schemeClr val="bg2">
                  <a:lumMod val="90000"/>
                </a:schemeClr>
              </a:solidFill>
            </a:endParaRPr>
          </a:p>
        </p:txBody>
      </p:sp>
      <p:sp>
        <p:nvSpPr>
          <p:cNvPr id="28" name="円形吹き出し 27"/>
          <p:cNvSpPr/>
          <p:nvPr/>
        </p:nvSpPr>
        <p:spPr>
          <a:xfrm>
            <a:off x="1218648" y="4437112"/>
            <a:ext cx="869596" cy="411460"/>
          </a:xfrm>
          <a:prstGeom prst="wedgeEllipseCallout">
            <a:avLst>
              <a:gd name="adj1" fmla="val -40357"/>
              <a:gd name="adj2" fmla="val 68379"/>
            </a:avLst>
          </a:prstGeom>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kumimoji="1" lang="ja-JP" altLang="en-US" sz="800" dirty="0" smtClean="0"/>
              <a:t>ポートタワー</a:t>
            </a:r>
            <a:endParaRPr kumimoji="1" lang="en-US" altLang="ja-JP" sz="800" dirty="0" smtClean="0"/>
          </a:p>
          <a:p>
            <a:pPr algn="ctr"/>
            <a:r>
              <a:rPr kumimoji="1" lang="ja-JP" altLang="en-US" sz="800" dirty="0" smtClean="0"/>
              <a:t>よかったよ</a:t>
            </a:r>
            <a:endParaRPr kumimoji="1" lang="ja-JP" altLang="en-US" sz="800" dirty="0"/>
          </a:p>
        </p:txBody>
      </p:sp>
      <p:sp>
        <p:nvSpPr>
          <p:cNvPr id="29" name="右矢印 28"/>
          <p:cNvSpPr/>
          <p:nvPr/>
        </p:nvSpPr>
        <p:spPr>
          <a:xfrm>
            <a:off x="3632436" y="4838700"/>
            <a:ext cx="976088" cy="576064"/>
          </a:xfrm>
          <a:prstGeom prst="rightArrow">
            <a:avLst/>
          </a:prstGeom>
        </p:spPr>
        <p:style>
          <a:lnRef idx="1">
            <a:schemeClr val="accent6"/>
          </a:lnRef>
          <a:fillRef idx="3">
            <a:schemeClr val="accent6"/>
          </a:fillRef>
          <a:effectRef idx="2">
            <a:schemeClr val="accent6"/>
          </a:effectRef>
          <a:fontRef idx="minor">
            <a:schemeClr val="lt1"/>
          </a:fontRef>
        </p:style>
        <p:txBody>
          <a:bodyPr lIns="0" rIns="0" rtlCol="0" anchor="ctr"/>
          <a:lstStyle/>
          <a:p>
            <a:pPr algn="ctr"/>
            <a:r>
              <a:rPr kumimoji="1" lang="ja-JP" altLang="en-US" sz="1400" dirty="0" smtClean="0">
                <a:solidFill>
                  <a:schemeClr val="bg2">
                    <a:lumMod val="90000"/>
                  </a:schemeClr>
                </a:solidFill>
              </a:rPr>
              <a:t>情報取集</a:t>
            </a:r>
            <a:endParaRPr kumimoji="1" lang="ja-JP" altLang="en-US" sz="1400" dirty="0">
              <a:solidFill>
                <a:schemeClr val="bg2">
                  <a:lumMod val="90000"/>
                </a:schemeClr>
              </a:solidFill>
            </a:endParaRPr>
          </a:p>
        </p:txBody>
      </p:sp>
      <p:pic>
        <p:nvPicPr>
          <p:cNvPr id="31" name="Picture 14" descr="モバイルノートパソコン/クリップアート/無料画像/アイコン"/>
          <p:cNvPicPr>
            <a:picLocks noChangeAspect="1" noChangeArrowheads="1"/>
          </p:cNvPicPr>
          <p:nvPr/>
        </p:nvPicPr>
        <p:blipFill>
          <a:blip r:embed="rId6"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621870" y="4724210"/>
            <a:ext cx="999268" cy="699488"/>
          </a:xfrm>
          <a:prstGeom prst="rect">
            <a:avLst/>
          </a:prstGeom>
          <a:noFill/>
          <a:extLst>
            <a:ext uri="{909E8E84-426E-40DD-AFC4-6F175D3DCCD1}">
              <a14:hiddenFill xmlns:a14="http://schemas.microsoft.com/office/drawing/2010/main">
                <a:solidFill>
                  <a:srgbClr val="FFFFFF"/>
                </a:solidFill>
              </a14:hiddenFill>
            </a:ext>
          </a:extLst>
        </p:spPr>
      </p:pic>
      <p:sp>
        <p:nvSpPr>
          <p:cNvPr id="32" name="U ターン矢印 31"/>
          <p:cNvSpPr/>
          <p:nvPr/>
        </p:nvSpPr>
        <p:spPr>
          <a:xfrm rot="5400000">
            <a:off x="6690706" y="4734915"/>
            <a:ext cx="638693" cy="866007"/>
          </a:xfrm>
          <a:prstGeom prst="uturnArrow">
            <a:avLst>
              <a:gd name="adj1" fmla="val 34942"/>
              <a:gd name="adj2" fmla="val 25000"/>
              <a:gd name="adj3" fmla="val 31959"/>
              <a:gd name="adj4" fmla="val 43750"/>
              <a:gd name="adj5" fmla="val 100000"/>
            </a:avLst>
          </a:prstGeom>
        </p:spPr>
        <p:style>
          <a:lnRef idx="1">
            <a:schemeClr val="accent6"/>
          </a:lnRef>
          <a:fillRef idx="3">
            <a:schemeClr val="accent6"/>
          </a:fillRef>
          <a:effectRef idx="2">
            <a:schemeClr val="accent6"/>
          </a:effectRef>
          <a:fontRef idx="minor">
            <a:schemeClr val="lt1"/>
          </a:fontRef>
        </p:style>
        <p:txBody>
          <a:bodyPr vert="vert270" lIns="0" rIns="0" rtlCol="0" anchor="ctr"/>
          <a:lstStyle/>
          <a:p>
            <a:pPr algn="ctr"/>
            <a:r>
              <a:rPr kumimoji="1" lang="ja-JP" altLang="en-US" sz="1400" dirty="0" smtClean="0">
                <a:solidFill>
                  <a:schemeClr val="bg2">
                    <a:lumMod val="90000"/>
                  </a:schemeClr>
                </a:solidFill>
              </a:rPr>
              <a:t>計画</a:t>
            </a:r>
            <a:endParaRPr kumimoji="1" lang="ja-JP" altLang="en-US" sz="1400" dirty="0">
              <a:solidFill>
                <a:schemeClr val="bg2">
                  <a:lumMod val="90000"/>
                </a:schemeClr>
              </a:solidFill>
            </a:endParaRPr>
          </a:p>
        </p:txBody>
      </p:sp>
      <p:sp>
        <p:nvSpPr>
          <p:cNvPr id="33" name="雲形吹き出し 32"/>
          <p:cNvSpPr/>
          <p:nvPr/>
        </p:nvSpPr>
        <p:spPr>
          <a:xfrm>
            <a:off x="5340760" y="5126732"/>
            <a:ext cx="1104996" cy="628400"/>
          </a:xfrm>
          <a:prstGeom prst="cloudCallout">
            <a:avLst>
              <a:gd name="adj1" fmla="val -60394"/>
              <a:gd name="adj2" fmla="val -59602"/>
            </a:avLst>
          </a:prstGeom>
        </p:spPr>
        <p:style>
          <a:lnRef idx="1">
            <a:schemeClr val="accent3"/>
          </a:lnRef>
          <a:fillRef idx="2">
            <a:schemeClr val="accent3"/>
          </a:fillRef>
          <a:effectRef idx="1">
            <a:schemeClr val="accent3"/>
          </a:effectRef>
          <a:fontRef idx="minor">
            <a:schemeClr val="dk1"/>
          </a:fontRef>
        </p:style>
        <p:txBody>
          <a:bodyPr lIns="72000" tIns="36000" rIns="0" bIns="0" rtlCol="0" anchor="ctr"/>
          <a:lstStyle/>
          <a:p>
            <a:r>
              <a:rPr kumimoji="1" lang="en-US" altLang="ja-JP" sz="1100" dirty="0" smtClean="0"/>
              <a:t>KOBE</a:t>
            </a:r>
          </a:p>
          <a:p>
            <a:r>
              <a:rPr kumimoji="1" lang="en-US" altLang="ja-JP" sz="1100" dirty="0" err="1" smtClean="0"/>
              <a:t>Tripbook</a:t>
            </a:r>
            <a:r>
              <a:rPr kumimoji="1" lang="en-US" altLang="ja-JP" sz="1100" dirty="0" smtClean="0"/>
              <a:t> maker</a:t>
            </a:r>
            <a:endParaRPr kumimoji="1" lang="ja-JP" altLang="en-US" sz="1100" dirty="0"/>
          </a:p>
        </p:txBody>
      </p:sp>
      <p:sp>
        <p:nvSpPr>
          <p:cNvPr id="36" name="テキスト ボックス 35"/>
          <p:cNvSpPr txBox="1"/>
          <p:nvPr/>
        </p:nvSpPr>
        <p:spPr>
          <a:xfrm>
            <a:off x="4539031" y="5733914"/>
            <a:ext cx="1192364" cy="430887"/>
          </a:xfrm>
          <a:prstGeom prst="rect">
            <a:avLst/>
          </a:prstGeom>
          <a:noFill/>
        </p:spPr>
        <p:txBody>
          <a:bodyPr wrap="square" rtlCol="0">
            <a:spAutoFit/>
          </a:bodyPr>
          <a:lstStyle/>
          <a:p>
            <a:r>
              <a:rPr kumimoji="1" lang="ja-JP" altLang="en-US" sz="1100" dirty="0" smtClean="0"/>
              <a:t>ポートタワーの情報を収集</a:t>
            </a:r>
            <a:endParaRPr kumimoji="1" lang="ja-JP" altLang="en-US" sz="1100" dirty="0"/>
          </a:p>
        </p:txBody>
      </p:sp>
      <p:sp>
        <p:nvSpPr>
          <p:cNvPr id="37" name="テキスト ボックス 36"/>
          <p:cNvSpPr txBox="1"/>
          <p:nvPr/>
        </p:nvSpPr>
        <p:spPr>
          <a:xfrm>
            <a:off x="2558726" y="5727531"/>
            <a:ext cx="1192364" cy="430887"/>
          </a:xfrm>
          <a:prstGeom prst="rect">
            <a:avLst/>
          </a:prstGeom>
          <a:noFill/>
        </p:spPr>
        <p:txBody>
          <a:bodyPr wrap="square" rtlCol="0">
            <a:spAutoFit/>
          </a:bodyPr>
          <a:lstStyle/>
          <a:p>
            <a:r>
              <a:rPr kumimoji="1" lang="ja-JP" altLang="en-US" sz="1100" dirty="0" smtClean="0"/>
              <a:t>ポートタワーに</a:t>
            </a:r>
            <a:endParaRPr kumimoji="1" lang="en-US" altLang="ja-JP" sz="1100" dirty="0" smtClean="0"/>
          </a:p>
          <a:p>
            <a:r>
              <a:rPr kumimoji="1" lang="ja-JP" altLang="en-US" sz="1100" dirty="0"/>
              <a:t>行</a:t>
            </a:r>
            <a:r>
              <a:rPr kumimoji="1" lang="ja-JP" altLang="en-US" sz="1100" dirty="0" smtClean="0"/>
              <a:t>ってみた</a:t>
            </a:r>
            <a:r>
              <a:rPr kumimoji="1" lang="ja-JP" altLang="en-US" sz="1100" dirty="0"/>
              <a:t>い</a:t>
            </a:r>
          </a:p>
        </p:txBody>
      </p:sp>
      <p:sp>
        <p:nvSpPr>
          <p:cNvPr id="38" name="フローチャート: 代替処理 37"/>
          <p:cNvSpPr/>
          <p:nvPr/>
        </p:nvSpPr>
        <p:spPr>
          <a:xfrm>
            <a:off x="327545" y="3861048"/>
            <a:ext cx="3889383" cy="335305"/>
          </a:xfrm>
          <a:prstGeom prst="flowChartAlternateProcess">
            <a:avLst/>
          </a:prstGeom>
          <a:solidFill>
            <a:srgbClr val="00B0F0"/>
          </a:solidFill>
          <a:ln>
            <a:solidFill>
              <a:schemeClr val="accent6">
                <a:lumMod val="75000"/>
              </a:schemeClr>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kumimoji="1" lang="ja-JP" altLang="en-US" dirty="0" smtClean="0"/>
              <a:t>これから</a:t>
            </a:r>
            <a:r>
              <a:rPr kumimoji="1" lang="ja-JP" altLang="en-US" dirty="0"/>
              <a:t>の</a:t>
            </a:r>
            <a:r>
              <a:rPr kumimoji="1" lang="ja-JP" altLang="en-US" dirty="0" smtClean="0"/>
              <a:t>観光計画立案パターン</a:t>
            </a:r>
            <a:endParaRPr kumimoji="1" lang="ja-JP" altLang="en-US" dirty="0"/>
          </a:p>
        </p:txBody>
      </p:sp>
      <p:sp>
        <p:nvSpPr>
          <p:cNvPr id="15" name="爆発 1 14"/>
          <p:cNvSpPr/>
          <p:nvPr/>
        </p:nvSpPr>
        <p:spPr>
          <a:xfrm>
            <a:off x="5782665" y="1118226"/>
            <a:ext cx="2293592" cy="1354866"/>
          </a:xfrm>
          <a:prstGeom prst="irregularSeal1">
            <a:avLst/>
          </a:prstGeom>
          <a:solidFill>
            <a:srgbClr val="FCF059"/>
          </a:solidFill>
          <a:ln>
            <a:solidFill>
              <a:srgbClr val="FF6699"/>
            </a:solidFill>
          </a:ln>
        </p:spPr>
        <p:style>
          <a:lnRef idx="2">
            <a:schemeClr val="accent1">
              <a:shade val="50000"/>
            </a:schemeClr>
          </a:lnRef>
          <a:fillRef idx="1">
            <a:schemeClr val="accent1"/>
          </a:fillRef>
          <a:effectRef idx="0">
            <a:schemeClr val="accent1"/>
          </a:effectRef>
          <a:fontRef idx="minor">
            <a:schemeClr val="lt1"/>
          </a:fontRef>
        </p:style>
        <p:txBody>
          <a:bodyPr lIns="0" tIns="72000" rIns="0" bIns="0" rtlCol="0" anchor="ctr"/>
          <a:lstStyle/>
          <a:p>
            <a:pPr algn="ctr"/>
            <a:r>
              <a:rPr kumimoji="1" lang="ja-JP" altLang="en-US" sz="1200" dirty="0" smtClean="0">
                <a:solidFill>
                  <a:srgbClr val="FF0000"/>
                </a:solidFill>
              </a:rPr>
              <a:t>情報の偏りや、知らないスポットの見逃し発生</a:t>
            </a:r>
            <a:endParaRPr kumimoji="1" lang="ja-JP" altLang="en-US" sz="1200" dirty="0">
              <a:solidFill>
                <a:srgbClr val="FF0000"/>
              </a:solidFill>
            </a:endParaRPr>
          </a:p>
        </p:txBody>
      </p:sp>
      <p:sp>
        <p:nvSpPr>
          <p:cNvPr id="41" name="テキスト ボックス 40"/>
          <p:cNvSpPr txBox="1"/>
          <p:nvPr/>
        </p:nvSpPr>
        <p:spPr>
          <a:xfrm>
            <a:off x="6915383" y="5437732"/>
            <a:ext cx="1770251" cy="769441"/>
          </a:xfrm>
          <a:prstGeom prst="rect">
            <a:avLst/>
          </a:prstGeom>
          <a:noFill/>
        </p:spPr>
        <p:txBody>
          <a:bodyPr wrap="square" rtlCol="0">
            <a:spAutoFit/>
          </a:bodyPr>
          <a:lstStyle/>
          <a:p>
            <a:r>
              <a:rPr kumimoji="1" lang="ja-JP" altLang="en-US" sz="1100" dirty="0" smtClean="0"/>
              <a:t>近隣スポットや</a:t>
            </a:r>
            <a:endParaRPr kumimoji="1" lang="en-US" altLang="ja-JP" sz="1100" dirty="0" smtClean="0"/>
          </a:p>
          <a:p>
            <a:r>
              <a:rPr kumimoji="1" lang="ja-JP" altLang="en-US" sz="1100" dirty="0" smtClean="0"/>
              <a:t>各</a:t>
            </a:r>
            <a:r>
              <a:rPr kumimoji="1" lang="ja-JP" altLang="en-US" sz="1100" dirty="0"/>
              <a:t>スポット</a:t>
            </a:r>
            <a:r>
              <a:rPr kumimoji="1" lang="ja-JP" altLang="en-US" sz="1100" dirty="0" smtClean="0"/>
              <a:t>の情報が</a:t>
            </a:r>
            <a:endParaRPr kumimoji="1" lang="en-US" altLang="ja-JP" sz="1100" dirty="0" smtClean="0"/>
          </a:p>
          <a:p>
            <a:r>
              <a:rPr kumimoji="1" lang="ja-JP" altLang="en-US" sz="1100" dirty="0" smtClean="0"/>
              <a:t>まとまっている</a:t>
            </a:r>
            <a:endParaRPr kumimoji="1" lang="en-US" altLang="ja-JP" sz="1100" dirty="0" smtClean="0"/>
          </a:p>
          <a:p>
            <a:r>
              <a:rPr kumimoji="1" lang="ja-JP" altLang="en-US" sz="1100" dirty="0" smtClean="0"/>
              <a:t>（勝手に整理されてる）</a:t>
            </a:r>
            <a:endParaRPr kumimoji="1" lang="ja-JP" altLang="en-US" sz="1100" dirty="0"/>
          </a:p>
        </p:txBody>
      </p:sp>
      <p:sp>
        <p:nvSpPr>
          <p:cNvPr id="42" name="爆発 1 41"/>
          <p:cNvSpPr/>
          <p:nvPr/>
        </p:nvSpPr>
        <p:spPr>
          <a:xfrm>
            <a:off x="6577049" y="3709245"/>
            <a:ext cx="2293592" cy="1354866"/>
          </a:xfrm>
          <a:prstGeom prst="irregularSeal1">
            <a:avLst/>
          </a:prstGeom>
          <a:ln/>
        </p:spPr>
        <p:style>
          <a:lnRef idx="2">
            <a:schemeClr val="accent6"/>
          </a:lnRef>
          <a:fillRef idx="1">
            <a:schemeClr val="lt1"/>
          </a:fillRef>
          <a:effectRef idx="0">
            <a:schemeClr val="accent6"/>
          </a:effectRef>
          <a:fontRef idx="minor">
            <a:schemeClr val="dk1"/>
          </a:fontRef>
        </p:style>
        <p:txBody>
          <a:bodyPr lIns="0" tIns="72000" rIns="0" bIns="0" rtlCol="0" anchor="ctr"/>
          <a:lstStyle/>
          <a:p>
            <a:pPr algn="ctr"/>
            <a:r>
              <a:rPr kumimoji="1" lang="ja-JP" altLang="en-US" sz="1200" dirty="0" smtClean="0">
                <a:solidFill>
                  <a:schemeClr val="accent6">
                    <a:lumMod val="50000"/>
                  </a:schemeClr>
                </a:solidFill>
              </a:rPr>
              <a:t>広い範囲の情報を網羅</a:t>
            </a:r>
            <a:endParaRPr kumimoji="1" lang="ja-JP" altLang="en-US" sz="1200" dirty="0">
              <a:solidFill>
                <a:schemeClr val="accent6">
                  <a:lumMod val="50000"/>
                </a:schemeClr>
              </a:solidFill>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dirty="0" smtClean="0">
                <a:latin typeface="メイリオ" panose="020B0604030504040204" pitchFamily="50" charset="-128"/>
                <a:ea typeface="メイリオ" panose="020B0604030504040204" pitchFamily="50" charset="-128"/>
              </a:rPr>
              <a:t>今後の展望</a:t>
            </a:r>
            <a:endParaRPr kumimoji="1" lang="ja-JP" dirty="0">
              <a:latin typeface="メイリオ" panose="020B0604030504040204" pitchFamily="50" charset="-128"/>
              <a:ea typeface="メイリオ" panose="020B0604030504040204" pitchFamily="50" charset="-128"/>
            </a:endParaRPr>
          </a:p>
        </p:txBody>
      </p:sp>
      <p:sp>
        <p:nvSpPr>
          <p:cNvPr id="4" name="コンテンツ プレースホルダー 3"/>
          <p:cNvSpPr>
            <a:spLocks noGrp="1"/>
          </p:cNvSpPr>
          <p:nvPr>
            <p:ph idx="1"/>
          </p:nvPr>
        </p:nvSpPr>
        <p:spPr/>
        <p:txBody>
          <a:bodyPr/>
          <a:lstStyle/>
          <a:p>
            <a:r>
              <a:rPr kumimoji="1" lang="ja-JP" altLang="en-US" dirty="0" smtClean="0">
                <a:latin typeface="メイリオ" panose="020B0604030504040204" pitchFamily="50" charset="-128"/>
                <a:ea typeface="メイリオ" panose="020B0604030504040204" pitchFamily="50" charset="-128"/>
              </a:rPr>
              <a:t>今回はアイデアの起案を行うまでとなったが、仕組みの実現可能性は見えている</a:t>
            </a:r>
            <a:endParaRPr kumimoji="1" lang="en-US" altLang="ja-JP" dirty="0" smtClean="0">
              <a:latin typeface="メイリオ" panose="020B0604030504040204" pitchFamily="50" charset="-128"/>
              <a:ea typeface="メイリオ" panose="020B0604030504040204" pitchFamily="50" charset="-128"/>
            </a:endParaRPr>
          </a:p>
          <a:p>
            <a:pPr lvl="1"/>
            <a:r>
              <a:rPr kumimoji="1" lang="ja-JP" altLang="en-US" dirty="0" smtClean="0">
                <a:latin typeface="メイリオ" panose="020B0604030504040204" pitchFamily="50" charset="-128"/>
                <a:ea typeface="メイリオ" panose="020B0604030504040204" pitchFamily="50" charset="-128"/>
              </a:rPr>
              <a:t>複数サービスを融合させることで本アプリケーションの実現が可能</a:t>
            </a:r>
            <a:endParaRPr kumimoji="1" lang="en-US" altLang="ja-JP" dirty="0" smtClean="0">
              <a:latin typeface="メイリオ" panose="020B0604030504040204" pitchFamily="50" charset="-128"/>
              <a:ea typeface="メイリオ" panose="020B0604030504040204" pitchFamily="50" charset="-128"/>
            </a:endParaRPr>
          </a:p>
          <a:p>
            <a:r>
              <a:rPr lang="ja-JP" altLang="en-US" dirty="0" smtClean="0">
                <a:latin typeface="メイリオ" panose="020B0604030504040204" pitchFamily="50" charset="-128"/>
                <a:ea typeface="メイリオ" panose="020B0604030504040204" pitchFamily="50" charset="-128"/>
              </a:rPr>
              <a:t>下記は今後も検討の必要あり</a:t>
            </a:r>
            <a:endParaRPr lang="en-US" altLang="ja-JP" dirty="0" smtClean="0">
              <a:latin typeface="メイリオ" panose="020B0604030504040204" pitchFamily="50" charset="-128"/>
              <a:ea typeface="メイリオ" panose="020B0604030504040204" pitchFamily="50" charset="-128"/>
            </a:endParaRPr>
          </a:p>
          <a:p>
            <a:pPr lvl="1"/>
            <a:r>
              <a:rPr lang="ja-JP" altLang="en-US" dirty="0" smtClean="0">
                <a:latin typeface="メイリオ" panose="020B0604030504040204" pitchFamily="50" charset="-128"/>
                <a:ea typeface="メイリオ" panose="020B0604030504040204" pitchFamily="50" charset="-128"/>
              </a:rPr>
              <a:t>スポットの評価指標</a:t>
            </a:r>
            <a:endParaRPr lang="en-US" altLang="ja-JP" dirty="0" smtClean="0">
              <a:latin typeface="メイリオ" panose="020B0604030504040204" pitchFamily="50" charset="-128"/>
              <a:ea typeface="メイリオ" panose="020B0604030504040204" pitchFamily="50" charset="-128"/>
            </a:endParaRPr>
          </a:p>
          <a:p>
            <a:pPr lvl="1"/>
            <a:r>
              <a:rPr lang="ja-JP" altLang="en-US" dirty="0" smtClean="0">
                <a:latin typeface="メイリオ" panose="020B0604030504040204" pitchFamily="50" charset="-128"/>
                <a:ea typeface="メイリオ" panose="020B0604030504040204" pitchFamily="50" charset="-128"/>
              </a:rPr>
              <a:t>アプリケーションそのものの普及施策</a:t>
            </a:r>
            <a:endParaRPr lang="en-US" altLang="ja-JP" dirty="0" smtClean="0">
              <a:latin typeface="メイリオ" panose="020B0604030504040204" pitchFamily="50" charset="-128"/>
              <a:ea typeface="メイリオ" panose="020B0604030504040204" pitchFamily="50" charset="-128"/>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p:cNvSpPr>
            <a:spLocks noGrp="1"/>
          </p:cNvSpPr>
          <p:nvPr>
            <p:ph idx="1"/>
          </p:nvPr>
        </p:nvSpPr>
        <p:spPr/>
        <p:txBody>
          <a:bodyPr>
            <a:normAutofit fontScale="92500" lnSpcReduction="10000"/>
          </a:bodyPr>
          <a:lstStyle/>
          <a:p>
            <a:r>
              <a:rPr kumimoji="1" lang="ja-JP" altLang="en-US" dirty="0" smtClean="0">
                <a:latin typeface="メイリオ" panose="020B0604030504040204" pitchFamily="50" charset="-128"/>
                <a:ea typeface="メイリオ" panose="020B0604030504040204" pitchFamily="50" charset="-128"/>
              </a:rPr>
              <a:t>コンテストへの参加は、神戸市のことをより深くしるチャンスとなり、有意義なものであった</a:t>
            </a:r>
            <a:endParaRPr kumimoji="1" lang="en-US" altLang="ja-JP" dirty="0" smtClean="0">
              <a:latin typeface="メイリオ" panose="020B0604030504040204" pitchFamily="50" charset="-128"/>
              <a:ea typeface="メイリオ" panose="020B0604030504040204" pitchFamily="50" charset="-128"/>
            </a:endParaRPr>
          </a:p>
          <a:p>
            <a:pPr lvl="1"/>
            <a:r>
              <a:rPr lang="ja-JP" altLang="en-US" dirty="0" smtClean="0">
                <a:latin typeface="メイリオ" panose="020B0604030504040204" pitchFamily="50" charset="-128"/>
                <a:ea typeface="メイリオ" panose="020B0604030504040204" pitchFamily="50" charset="-128"/>
              </a:rPr>
              <a:t>様々なサービスを公開しており、断片ごとにはとても充実していることがわかった</a:t>
            </a:r>
            <a:endParaRPr lang="en-US" altLang="ja-JP" dirty="0" smtClean="0">
              <a:latin typeface="メイリオ" panose="020B0604030504040204" pitchFamily="50" charset="-128"/>
              <a:ea typeface="メイリオ" panose="020B0604030504040204" pitchFamily="50" charset="-128"/>
            </a:endParaRPr>
          </a:p>
          <a:p>
            <a:pPr lvl="1"/>
            <a:r>
              <a:rPr lang="ja-JP" altLang="en-US" dirty="0" smtClean="0">
                <a:latin typeface="メイリオ" panose="020B0604030504040204" pitchFamily="50" charset="-128"/>
                <a:ea typeface="メイリオ" panose="020B0604030504040204" pitchFamily="50" charset="-128"/>
              </a:rPr>
              <a:t>各々のサービスが単独で提供されているため、利用者がそれらから提供される情報を結びつけなくてはならないのが現状</a:t>
            </a:r>
            <a:endParaRPr lang="en-US" altLang="ja-JP" dirty="0" smtClean="0">
              <a:latin typeface="メイリオ" panose="020B0604030504040204" pitchFamily="50" charset="-128"/>
              <a:ea typeface="メイリオ" panose="020B0604030504040204" pitchFamily="50" charset="-128"/>
            </a:endParaRPr>
          </a:p>
          <a:p>
            <a:endParaRPr lang="en-US" altLang="ja-JP" dirty="0">
              <a:latin typeface="メイリオ" panose="020B0604030504040204" pitchFamily="50" charset="-128"/>
              <a:ea typeface="メイリオ" panose="020B0604030504040204" pitchFamily="50" charset="-128"/>
            </a:endParaRPr>
          </a:p>
          <a:p>
            <a:endParaRPr lang="en-US" altLang="ja-JP" dirty="0" smtClean="0">
              <a:latin typeface="メイリオ" panose="020B0604030504040204" pitchFamily="50" charset="-128"/>
              <a:ea typeface="メイリオ" panose="020B0604030504040204" pitchFamily="50" charset="-128"/>
            </a:endParaRPr>
          </a:p>
          <a:p>
            <a:r>
              <a:rPr lang="ja-JP" altLang="en-US" dirty="0" smtClean="0">
                <a:latin typeface="メイリオ" panose="020B0604030504040204" pitchFamily="50" charset="-128"/>
                <a:ea typeface="メイリオ" panose="020B0604030504040204" pitchFamily="50" charset="-128"/>
              </a:rPr>
              <a:t>既存のサービスを結び付けて活用することで課題解決が可能と考えられる</a:t>
            </a:r>
            <a:endParaRPr lang="en-US" altLang="ja-JP" dirty="0" smtClean="0">
              <a:latin typeface="メイリオ" panose="020B0604030504040204" pitchFamily="50" charset="-128"/>
              <a:ea typeface="メイリオ" panose="020B0604030504040204" pitchFamily="50" charset="-128"/>
            </a:endParaRPr>
          </a:p>
        </p:txBody>
      </p:sp>
      <p:sp>
        <p:nvSpPr>
          <p:cNvPr id="2" name="Title 1"/>
          <p:cNvSpPr>
            <a:spLocks noGrp="1"/>
          </p:cNvSpPr>
          <p:nvPr>
            <p:ph type="title"/>
          </p:nvPr>
        </p:nvSpPr>
        <p:spPr/>
        <p:txBody>
          <a:bodyPr/>
          <a:lstStyle/>
          <a:p>
            <a:r>
              <a:rPr kumimoji="1" lang="ja-JP" altLang="en-US" dirty="0" smtClean="0">
                <a:latin typeface="メイリオ" panose="020B0604030504040204" pitchFamily="50" charset="-128"/>
                <a:ea typeface="メイリオ" panose="020B0604030504040204" pitchFamily="50" charset="-128"/>
              </a:rPr>
              <a:t>結び</a:t>
            </a:r>
            <a:endParaRPr kumimoji="1" lang="ja-JP" dirty="0">
              <a:latin typeface="メイリオ" panose="020B0604030504040204" pitchFamily="50" charset="-128"/>
              <a:ea typeface="メイリオ" panose="020B0604030504040204" pitchFamily="50" charset="-128"/>
            </a:endParaRPr>
          </a:p>
        </p:txBody>
      </p:sp>
      <p:sp>
        <p:nvSpPr>
          <p:cNvPr id="3" name="フローチャート: 組合せ 2"/>
          <p:cNvSpPr/>
          <p:nvPr/>
        </p:nvSpPr>
        <p:spPr>
          <a:xfrm>
            <a:off x="2843808" y="4365104"/>
            <a:ext cx="3456384" cy="504056"/>
          </a:xfrm>
          <a:prstGeom prst="flowChartMerg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lesPropPres_TP10220213">
  <a:themeElements>
    <a:clrScheme name="Paper">
      <a:dk1>
        <a:sysClr val="windowText" lastClr="000000"/>
      </a:dk1>
      <a:lt1>
        <a:sysClr val="window" lastClr="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Verve">
      <a:majorFont>
        <a:latin typeface="Century Gothic"/>
        <a:ea typeface=""/>
        <a:cs typeface=""/>
        <a:font script="Jpan" typeface="HGｺﾞｼｯｸM"/>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minorFont>
    </a:fontScheme>
    <a:fmtScheme name="Verve">
      <a:fillStyleLst>
        <a:solidFill>
          <a:schemeClr val="phClr"/>
        </a:solidFill>
        <a:gradFill rotWithShape="1">
          <a:gsLst>
            <a:gs pos="0">
              <a:schemeClr val="phClr">
                <a:tint val="10000"/>
                <a:satMod val="300000"/>
              </a:schemeClr>
            </a:gs>
            <a:gs pos="34000">
              <a:schemeClr val="phClr">
                <a:tint val="13500"/>
                <a:satMod val="250000"/>
              </a:schemeClr>
            </a:gs>
            <a:gs pos="100000">
              <a:schemeClr val="phClr">
                <a:tint val="60000"/>
                <a:satMod val="200000"/>
              </a:schemeClr>
            </a:gs>
          </a:gsLst>
          <a:path path="circle">
            <a:fillToRect l="50000" t="155000" r="50000" b="-55000"/>
          </a:path>
        </a:gradFill>
        <a:gradFill rotWithShape="1">
          <a:gsLst>
            <a:gs pos="0">
              <a:schemeClr val="phClr">
                <a:tint val="60000"/>
                <a:satMod val="160000"/>
              </a:schemeClr>
            </a:gs>
            <a:gs pos="46000">
              <a:schemeClr val="phClr">
                <a:tint val="86000"/>
                <a:satMod val="160000"/>
              </a:schemeClr>
            </a:gs>
            <a:gs pos="100000">
              <a:schemeClr val="phClr">
                <a:shade val="40000"/>
                <a:satMod val="160000"/>
              </a:schemeClr>
            </a:gs>
          </a:gsLst>
          <a:path path="circle">
            <a:fillToRect l="50000" t="155000" r="50000" b="-55000"/>
          </a:path>
        </a:gradFill>
      </a:fillStyleLst>
      <a:lnStyleLst>
        <a:ln w="9525" cap="flat" cmpd="sng" algn="ctr">
          <a:solidFill>
            <a:schemeClr val="phClr">
              <a:satMod val="120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63500" dist="25400" dir="14700000" algn="t" rotWithShape="0">
              <a:srgbClr val="000000">
                <a:alpha val="50000"/>
              </a:srgbClr>
            </a:outerShdw>
          </a:effectLst>
        </a:effectStyle>
        <a:effectStyle>
          <a:effectLst>
            <a:outerShdw blurRad="50800" dist="38100" dir="14700000" algn="t" rotWithShape="0">
              <a:srgbClr val="000000">
                <a:alpha val="60000"/>
              </a:srgbClr>
            </a:outerShdw>
          </a:effectLst>
        </a:effectStyle>
        <a:effectStyle>
          <a:effectLst>
            <a:outerShdw blurRad="50800" dist="38100" dir="14700000" algn="t" rotWithShape="0">
              <a:srgbClr val="000000">
                <a:alpha val="60000"/>
              </a:srgbClr>
            </a:outerShdw>
          </a:effectLst>
          <a:scene3d>
            <a:camera prst="orthographicFront" fov="0">
              <a:rot lat="0" lon="0" rev="0"/>
            </a:camera>
            <a:lightRig rig="contrasting" dir="t">
              <a:rot lat="0" lon="0" rev="3600000"/>
            </a:lightRig>
          </a:scene3d>
          <a:sp3d prstMaterial="plastic">
            <a:bevelT w="127000" h="38200" prst="relaxedInset"/>
            <a:contourClr>
              <a:schemeClr val="phClr"/>
            </a:contourClr>
          </a:sp3d>
        </a:effectStyle>
      </a:effectStyleLst>
      <a:bgFillStyleLst>
        <a:solidFill>
          <a:schemeClr val="phClr"/>
        </a:solidFill>
        <a:gradFill rotWithShape="1">
          <a:gsLst>
            <a:gs pos="0">
              <a:schemeClr val="phClr">
                <a:shade val="48000"/>
                <a:satMod val="230000"/>
              </a:schemeClr>
            </a:gs>
            <a:gs pos="60000">
              <a:schemeClr val="phClr">
                <a:shade val="92000"/>
                <a:satMod val="230000"/>
              </a:schemeClr>
            </a:gs>
            <a:gs pos="100000">
              <a:schemeClr val="phClr">
                <a:tint val="85000"/>
                <a:satMod val="400000"/>
              </a:schemeClr>
            </a:gs>
          </a:gsLst>
          <a:lin ang="5400000" scaled="0"/>
        </a:gradFill>
        <a:blipFill>
          <a:blip xmlns:r="http://schemas.openxmlformats.org/officeDocument/2006/relationships" r:embed="rId1">
            <a:duotone>
              <a:schemeClr val="phClr">
                <a:shade val="1200"/>
                <a:satMod val="150000"/>
              </a:schemeClr>
              <a:schemeClr val="phClr">
                <a:tint val="90000"/>
                <a:satMod val="150000"/>
              </a:schemeClr>
            </a:duotone>
          </a:blip>
          <a:tile tx="0" ty="0" sx="70000" sy="7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mso-contentType ?>
<FormTemplates xmlns="http://schemas.microsoft.com/sharepoint/v3/contenttype/forms">
  <Display>DocumentLibraryForm</Display>
  <Edit>AssetEditForm</Edit>
  <New>DocumentLibraryForm</New>
</FormTemplates>
</file>

<file path=customXml/itemProps1.xml><?xml version="1.0" encoding="utf-8"?>
<ds:datastoreItem xmlns:ds="http://schemas.openxmlformats.org/officeDocument/2006/customXml" ds:itemID="{1D85049E-02DD-426A-932E-E25F24E1AE2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販売提案プレゼンテーション</Template>
  <TotalTime>0</TotalTime>
  <Words>791</Words>
  <Application>Microsoft Office PowerPoint</Application>
  <PresentationFormat>画面に合わせる (4:3)</PresentationFormat>
  <Paragraphs>125</Paragraphs>
  <Slides>13</Slides>
  <Notes>13</Notes>
  <HiddenSlides>0</HiddenSlides>
  <MMClips>0</MMClips>
  <ScaleCrop>false</ScaleCrop>
  <HeadingPairs>
    <vt:vector size="6" baseType="variant">
      <vt:variant>
        <vt:lpstr>テーマ</vt:lpstr>
      </vt:variant>
      <vt:variant>
        <vt:i4>1</vt:i4>
      </vt:variant>
      <vt:variant>
        <vt:lpstr>埋め込まれた OLE サーバー</vt:lpstr>
      </vt:variant>
      <vt:variant>
        <vt:i4>1</vt:i4>
      </vt:variant>
      <vt:variant>
        <vt:lpstr>スライド タイトル</vt:lpstr>
      </vt:variant>
      <vt:variant>
        <vt:i4>13</vt:i4>
      </vt:variant>
    </vt:vector>
  </HeadingPairs>
  <TitlesOfParts>
    <vt:vector size="15" baseType="lpstr">
      <vt:lpstr>SalesPropPres_TP10220213</vt:lpstr>
      <vt:lpstr>Photo Editor 写真</vt:lpstr>
      <vt:lpstr>KOBE tripbook maker -神戸の旅を創ろう-</vt:lpstr>
      <vt:lpstr>目次</vt:lpstr>
      <vt:lpstr>背景</vt:lpstr>
      <vt:lpstr>現状・課題</vt:lpstr>
      <vt:lpstr>企画コンセプト</vt:lpstr>
      <vt:lpstr>企画コンセプト -利用データ・技術-</vt:lpstr>
      <vt:lpstr>課題解決施策　-本アプリケーションの概要-</vt:lpstr>
      <vt:lpstr>課題解決施策　-本アプリケーションの概要-</vt:lpstr>
      <vt:lpstr>課題解決施策　-本アプリケーションの概要-</vt:lpstr>
      <vt:lpstr>課題解決施策　-本アプリケーションの概要-</vt:lpstr>
      <vt:lpstr>課題解決イメージ</vt:lpstr>
      <vt:lpstr>今後の展望</vt:lpstr>
      <vt:lpstr>結び</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cp:lastModifiedBy/>
  <dcterms:created xsi:type="dcterms:W3CDTF">2015-10-20T10:50:41Z</dcterms:created>
  <dcterms:modified xsi:type="dcterms:W3CDTF">2015-10-23T05:47:56Z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TC102202139990</vt:lpwstr>
  </property>
</Properties>
</file>