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3" r:id="rId1"/>
    <p:sldMasterId id="2147483685" r:id="rId2"/>
  </p:sldMasterIdLst>
  <p:notesMasterIdLst>
    <p:notesMasterId r:id="rId13"/>
  </p:notesMasterIdLst>
  <p:handoutMasterIdLst>
    <p:handoutMasterId r:id="rId14"/>
  </p:handoutMasterIdLst>
  <p:sldIdLst>
    <p:sldId id="256" r:id="rId3"/>
    <p:sldId id="257" r:id="rId4"/>
    <p:sldId id="265" r:id="rId5"/>
    <p:sldId id="267" r:id="rId6"/>
    <p:sldId id="268" r:id="rId7"/>
    <p:sldId id="270" r:id="rId8"/>
    <p:sldId id="271" r:id="rId9"/>
    <p:sldId id="273" r:id="rId10"/>
    <p:sldId id="272" r:id="rId11"/>
    <p:sldId id="275" r:id="rId12"/>
  </p:sldIdLst>
  <p:sldSz cx="9906000" cy="6858000" type="A4"/>
  <p:notesSz cx="6888163" cy="10020300"/>
  <p:defaultTextStyle>
    <a:defPPr>
      <a:defRPr lang="ja-JP"/>
    </a:defPPr>
    <a:lvl1pPr algn="l" rtl="0" eaLnBrk="0" fontAlgn="base" hangingPunct="0">
      <a:spcBef>
        <a:spcPct val="0"/>
      </a:spcBef>
      <a:spcAft>
        <a:spcPct val="0"/>
      </a:spcAft>
      <a:defRPr kumimoji="1" sz="1200" b="1" kern="1200">
        <a:solidFill>
          <a:schemeClr val="tx1"/>
        </a:solidFill>
        <a:latin typeface="Verdana" panose="020B060403050404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1200" b="1" kern="1200">
        <a:solidFill>
          <a:schemeClr val="tx1"/>
        </a:solidFill>
        <a:latin typeface="Verdana" panose="020B060403050404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1200" b="1" kern="1200">
        <a:solidFill>
          <a:schemeClr val="tx1"/>
        </a:solidFill>
        <a:latin typeface="Verdana" panose="020B060403050404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1200" b="1" kern="1200">
        <a:solidFill>
          <a:schemeClr val="tx1"/>
        </a:solidFill>
        <a:latin typeface="Verdana" panose="020B060403050404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1200" b="1" kern="1200">
        <a:solidFill>
          <a:schemeClr val="tx1"/>
        </a:solidFill>
        <a:latin typeface="Verdana" panose="020B0604030504040204" pitchFamily="34" charset="0"/>
        <a:ea typeface="ＭＳ Ｐゴシック" panose="020B0600070205080204" pitchFamily="50" charset="-128"/>
        <a:cs typeface="+mn-cs"/>
      </a:defRPr>
    </a:lvl5pPr>
    <a:lvl6pPr marL="2286000" algn="l" defTabSz="914400" rtl="0" eaLnBrk="1" latinLnBrk="0" hangingPunct="1">
      <a:defRPr kumimoji="1" sz="1200" b="1" kern="1200">
        <a:solidFill>
          <a:schemeClr val="tx1"/>
        </a:solidFill>
        <a:latin typeface="Verdana" panose="020B0604030504040204" pitchFamily="34" charset="0"/>
        <a:ea typeface="ＭＳ Ｐゴシック" panose="020B0600070205080204" pitchFamily="50" charset="-128"/>
        <a:cs typeface="+mn-cs"/>
      </a:defRPr>
    </a:lvl6pPr>
    <a:lvl7pPr marL="2743200" algn="l" defTabSz="914400" rtl="0" eaLnBrk="1" latinLnBrk="0" hangingPunct="1">
      <a:defRPr kumimoji="1" sz="1200" b="1" kern="1200">
        <a:solidFill>
          <a:schemeClr val="tx1"/>
        </a:solidFill>
        <a:latin typeface="Verdana" panose="020B0604030504040204" pitchFamily="34" charset="0"/>
        <a:ea typeface="ＭＳ Ｐゴシック" panose="020B0600070205080204" pitchFamily="50" charset="-128"/>
        <a:cs typeface="+mn-cs"/>
      </a:defRPr>
    </a:lvl7pPr>
    <a:lvl8pPr marL="3200400" algn="l" defTabSz="914400" rtl="0" eaLnBrk="1" latinLnBrk="0" hangingPunct="1">
      <a:defRPr kumimoji="1" sz="1200" b="1" kern="1200">
        <a:solidFill>
          <a:schemeClr val="tx1"/>
        </a:solidFill>
        <a:latin typeface="Verdana" panose="020B0604030504040204" pitchFamily="34" charset="0"/>
        <a:ea typeface="ＭＳ Ｐゴシック" panose="020B0600070205080204" pitchFamily="50" charset="-128"/>
        <a:cs typeface="+mn-cs"/>
      </a:defRPr>
    </a:lvl8pPr>
    <a:lvl9pPr marL="3657600" algn="l" defTabSz="914400" rtl="0" eaLnBrk="1" latinLnBrk="0" hangingPunct="1">
      <a:defRPr kumimoji="1" sz="1200" b="1" kern="1200">
        <a:solidFill>
          <a:schemeClr val="tx1"/>
        </a:solidFill>
        <a:latin typeface="Verdana" panose="020B060403050404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3157" userDrawn="1">
          <p15:clr>
            <a:srgbClr val="A4A3A4"/>
          </p15:clr>
        </p15:guide>
        <p15:guide id="2" pos="216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CCECFF"/>
    <a:srgbClr val="FFFFFF"/>
    <a:srgbClr val="F37021"/>
    <a:srgbClr val="589533"/>
    <a:srgbClr val="FFCCCC"/>
    <a:srgbClr val="9DD5FB"/>
    <a:srgbClr val="99CCFF"/>
    <a:srgbClr val="FFFF00"/>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090" autoAdjust="0"/>
    <p:restoredTop sz="92075" autoAdjust="0"/>
  </p:normalViewPr>
  <p:slideViewPr>
    <p:cSldViewPr>
      <p:cViewPr varScale="1">
        <p:scale>
          <a:sx n="134" d="100"/>
          <a:sy n="134" d="100"/>
        </p:scale>
        <p:origin x="1098" y="96"/>
      </p:cViewPr>
      <p:guideLst>
        <p:guide orient="horz" pos="2160"/>
        <p:guide pos="3120"/>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93" d="100"/>
          <a:sy n="93" d="100"/>
        </p:scale>
        <p:origin x="2598" y="90"/>
      </p:cViewPr>
      <p:guideLst>
        <p:guide orient="horz" pos="3157"/>
        <p:guide pos="216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DC186B-AE7F-4452-88AE-2489AA9734FF}" type="doc">
      <dgm:prSet loTypeId="urn:microsoft.com/office/officeart/2005/8/layout/chevron1" loCatId="process" qsTypeId="urn:microsoft.com/office/officeart/2005/8/quickstyle/simple1" qsCatId="simple" csTypeId="urn:microsoft.com/office/officeart/2005/8/colors/accent1_3" csCatId="accent1" phldr="1"/>
      <dgm:spPr/>
    </dgm:pt>
    <dgm:pt modelId="{6B366841-CC1D-403E-B236-AE222A250746}">
      <dgm:prSet phldrT="[テキスト]" custT="1"/>
      <dgm:spPr>
        <a:solidFill>
          <a:schemeClr val="accent1">
            <a:lumMod val="60000"/>
            <a:lumOff val="40000"/>
          </a:schemeClr>
        </a:solidFill>
      </dgm:spPr>
      <dgm:t>
        <a:bodyPr/>
        <a:lstStyle/>
        <a:p>
          <a:r>
            <a:rPr kumimoji="1" lang="ja-JP" altLang="en-US" sz="1400" dirty="0" smtClean="0">
              <a:latin typeface="メイリオ" panose="020B0604030504040204" pitchFamily="50" charset="-128"/>
              <a:ea typeface="メイリオ" panose="020B0604030504040204" pitchFamily="50" charset="-128"/>
              <a:cs typeface="メイリオ" panose="020B0604030504040204" pitchFamily="50" charset="-128"/>
            </a:rPr>
            <a:t>旅行日到来</a:t>
          </a:r>
          <a:endPar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dgm:t>
    </dgm:pt>
    <dgm:pt modelId="{6C3B38D9-FF61-4B44-B082-45ADA621AD21}" type="parTrans" cxnId="{BDC24F69-33D6-4999-BA0A-F0F666D645D6}">
      <dgm:prSet/>
      <dgm:spPr/>
      <dgm:t>
        <a:bodyPr/>
        <a:lstStyle/>
        <a:p>
          <a:endParaRPr kumimoji="1" lang="ja-JP" altLang="en-US" sz="1400">
            <a:latin typeface="メイリオ" panose="020B0604030504040204" pitchFamily="50" charset="-128"/>
            <a:ea typeface="メイリオ" panose="020B0604030504040204" pitchFamily="50" charset="-128"/>
            <a:cs typeface="メイリオ" panose="020B0604030504040204" pitchFamily="50" charset="-128"/>
          </a:endParaRPr>
        </a:p>
      </dgm:t>
    </dgm:pt>
    <dgm:pt modelId="{6F24D543-EF39-4DED-BDEE-808A6DA37700}" type="sibTrans" cxnId="{BDC24F69-33D6-4999-BA0A-F0F666D645D6}">
      <dgm:prSet/>
      <dgm:spPr/>
      <dgm:t>
        <a:bodyPr/>
        <a:lstStyle/>
        <a:p>
          <a:endParaRPr kumimoji="1" lang="ja-JP" altLang="en-US" sz="1400">
            <a:latin typeface="メイリオ" panose="020B0604030504040204" pitchFamily="50" charset="-128"/>
            <a:ea typeface="メイリオ" panose="020B0604030504040204" pitchFamily="50" charset="-128"/>
            <a:cs typeface="メイリオ" panose="020B0604030504040204" pitchFamily="50" charset="-128"/>
          </a:endParaRPr>
        </a:p>
      </dgm:t>
    </dgm:pt>
    <dgm:pt modelId="{09CF7FE0-96A0-4B43-9D9D-BDE0585E8D63}">
      <dgm:prSet phldrT="[テキスト]" custT="1"/>
      <dgm:spPr>
        <a:solidFill>
          <a:schemeClr val="accent1">
            <a:lumMod val="75000"/>
          </a:schemeClr>
        </a:solidFill>
      </dgm:spPr>
      <dgm:t>
        <a:bodyPr/>
        <a:lstStyle/>
        <a:p>
          <a:r>
            <a:rPr kumimoji="1" lang="ja-JP" altLang="en-US" sz="1400" dirty="0" smtClean="0">
              <a:latin typeface="メイリオ" panose="020B0604030504040204" pitchFamily="50" charset="-128"/>
              <a:ea typeface="メイリオ" panose="020B0604030504040204" pitchFamily="50" charset="-128"/>
              <a:cs typeface="メイリオ" panose="020B0604030504040204" pitchFamily="50" charset="-128"/>
            </a:rPr>
            <a:t>接近（中距離</a:t>
          </a:r>
          <a:r>
            <a:rPr kumimoji="1" lang="en-US" altLang="ja-JP" sz="1400" dirty="0" smtClean="0">
              <a:latin typeface="メイリオ" panose="020B0604030504040204" pitchFamily="50" charset="-128"/>
              <a:ea typeface="メイリオ" panose="020B0604030504040204" pitchFamily="50" charset="-128"/>
              <a:cs typeface="メイリオ" panose="020B0604030504040204" pitchFamily="50" charset="-128"/>
            </a:rPr>
            <a:t>:</a:t>
          </a:r>
          <a:r>
            <a:rPr kumimoji="1" lang="ja-JP" altLang="en-US" sz="1400" dirty="0" smtClean="0">
              <a:latin typeface="メイリオ" panose="020B0604030504040204" pitchFamily="50" charset="-128"/>
              <a:ea typeface="メイリオ" panose="020B0604030504040204" pitchFamily="50" charset="-128"/>
              <a:cs typeface="メイリオ" panose="020B0604030504040204" pitchFamily="50" charset="-128"/>
            </a:rPr>
            <a:t>約</a:t>
          </a:r>
          <a:r>
            <a:rPr kumimoji="1" lang="en-US" altLang="ja-JP" sz="1400" dirty="0" smtClean="0">
              <a:latin typeface="メイリオ" panose="020B0604030504040204" pitchFamily="50" charset="-128"/>
              <a:ea typeface="メイリオ" panose="020B0604030504040204" pitchFamily="50" charset="-128"/>
              <a:cs typeface="メイリオ" panose="020B0604030504040204" pitchFamily="50" charset="-128"/>
            </a:rPr>
            <a:t>100m</a:t>
          </a:r>
          <a:r>
            <a:rPr kumimoji="1" lang="ja-JP" altLang="en-US" sz="1400" dirty="0" smtClean="0">
              <a:latin typeface="メイリオ" panose="020B0604030504040204" pitchFamily="50" charset="-128"/>
              <a:ea typeface="メイリオ" panose="020B0604030504040204" pitchFamily="50" charset="-128"/>
              <a:cs typeface="メイリオ" panose="020B0604030504040204" pitchFamily="50" charset="-128"/>
            </a:rPr>
            <a:t>）</a:t>
          </a:r>
          <a:endPar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dgm:t>
    </dgm:pt>
    <dgm:pt modelId="{B79103E2-EDAA-4E6F-A761-BA159D29A64C}" type="parTrans" cxnId="{3BD24D05-9893-48EA-A236-5F28368766C1}">
      <dgm:prSet/>
      <dgm:spPr/>
      <dgm:t>
        <a:bodyPr/>
        <a:lstStyle/>
        <a:p>
          <a:endParaRPr kumimoji="1" lang="ja-JP" altLang="en-US" sz="1400">
            <a:latin typeface="メイリオ" panose="020B0604030504040204" pitchFamily="50" charset="-128"/>
            <a:ea typeface="メイリオ" panose="020B0604030504040204" pitchFamily="50" charset="-128"/>
            <a:cs typeface="メイリオ" panose="020B0604030504040204" pitchFamily="50" charset="-128"/>
          </a:endParaRPr>
        </a:p>
      </dgm:t>
    </dgm:pt>
    <dgm:pt modelId="{20FEECC3-C816-4285-A50F-32E7963EF75C}" type="sibTrans" cxnId="{3BD24D05-9893-48EA-A236-5F28368766C1}">
      <dgm:prSet/>
      <dgm:spPr/>
      <dgm:t>
        <a:bodyPr/>
        <a:lstStyle/>
        <a:p>
          <a:endParaRPr kumimoji="1" lang="ja-JP" altLang="en-US" sz="1400">
            <a:latin typeface="メイリオ" panose="020B0604030504040204" pitchFamily="50" charset="-128"/>
            <a:ea typeface="メイリオ" panose="020B0604030504040204" pitchFamily="50" charset="-128"/>
            <a:cs typeface="メイリオ" panose="020B0604030504040204" pitchFamily="50" charset="-128"/>
          </a:endParaRPr>
        </a:p>
      </dgm:t>
    </dgm:pt>
    <dgm:pt modelId="{759C7153-0091-43E6-A17C-023B1EB30E41}">
      <dgm:prSet phldrT="[テキスト]" custT="1"/>
      <dgm:spPr>
        <a:solidFill>
          <a:schemeClr val="accent1">
            <a:lumMod val="50000"/>
          </a:schemeClr>
        </a:solidFill>
      </dgm:spPr>
      <dgm:t>
        <a:bodyPr/>
        <a:lstStyle/>
        <a:p>
          <a:r>
            <a:rPr kumimoji="1" lang="ja-JP" altLang="en-US" sz="1400" dirty="0" smtClean="0">
              <a:latin typeface="メイリオ" panose="020B0604030504040204" pitchFamily="50" charset="-128"/>
              <a:ea typeface="メイリオ" panose="020B0604030504040204" pitchFamily="50" charset="-128"/>
              <a:cs typeface="メイリオ" panose="020B0604030504040204" pitchFamily="50" charset="-128"/>
            </a:rPr>
            <a:t>接近（近距離：約</a:t>
          </a:r>
          <a:r>
            <a:rPr kumimoji="1" lang="en-US" altLang="ja-JP" sz="1400" dirty="0" smtClean="0">
              <a:latin typeface="メイリオ" panose="020B0604030504040204" pitchFamily="50" charset="-128"/>
              <a:ea typeface="メイリオ" panose="020B0604030504040204" pitchFamily="50" charset="-128"/>
              <a:cs typeface="メイリオ" panose="020B0604030504040204" pitchFamily="50" charset="-128"/>
            </a:rPr>
            <a:t>10m</a:t>
          </a:r>
          <a:r>
            <a:rPr kumimoji="1" lang="ja-JP" altLang="en-US" sz="1400" dirty="0" smtClean="0">
              <a:latin typeface="メイリオ" panose="020B0604030504040204" pitchFamily="50" charset="-128"/>
              <a:ea typeface="メイリオ" panose="020B0604030504040204" pitchFamily="50" charset="-128"/>
              <a:cs typeface="メイリオ" panose="020B0604030504040204" pitchFamily="50" charset="-128"/>
            </a:rPr>
            <a:t>）</a:t>
          </a:r>
          <a:endPar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dgm:t>
    </dgm:pt>
    <dgm:pt modelId="{9D4E16DB-8B28-40DA-9D55-6ED66D8C00A2}" type="parTrans" cxnId="{AE816F88-815C-4392-A070-2519F22DC5D2}">
      <dgm:prSet/>
      <dgm:spPr/>
      <dgm:t>
        <a:bodyPr/>
        <a:lstStyle/>
        <a:p>
          <a:endParaRPr kumimoji="1" lang="ja-JP" altLang="en-US" sz="1400">
            <a:latin typeface="メイリオ" panose="020B0604030504040204" pitchFamily="50" charset="-128"/>
            <a:ea typeface="メイリオ" panose="020B0604030504040204" pitchFamily="50" charset="-128"/>
            <a:cs typeface="メイリオ" panose="020B0604030504040204" pitchFamily="50" charset="-128"/>
          </a:endParaRPr>
        </a:p>
      </dgm:t>
    </dgm:pt>
    <dgm:pt modelId="{56B5218C-C61F-4CDD-A5B9-B3266F3A2505}" type="sibTrans" cxnId="{AE816F88-815C-4392-A070-2519F22DC5D2}">
      <dgm:prSet/>
      <dgm:spPr/>
      <dgm:t>
        <a:bodyPr/>
        <a:lstStyle/>
        <a:p>
          <a:endParaRPr kumimoji="1" lang="ja-JP" altLang="en-US" sz="1400">
            <a:latin typeface="メイリオ" panose="020B0604030504040204" pitchFamily="50" charset="-128"/>
            <a:ea typeface="メイリオ" panose="020B0604030504040204" pitchFamily="50" charset="-128"/>
            <a:cs typeface="メイリオ" panose="020B0604030504040204" pitchFamily="50" charset="-128"/>
          </a:endParaRPr>
        </a:p>
      </dgm:t>
    </dgm:pt>
    <dgm:pt modelId="{DCE6F6C2-D9C4-48A6-8DC6-55571E810084}">
      <dgm:prSet custT="1"/>
      <dgm:spPr>
        <a:solidFill>
          <a:schemeClr val="accent2">
            <a:lumMod val="60000"/>
            <a:lumOff val="40000"/>
          </a:schemeClr>
        </a:solidFill>
      </dgm:spPr>
      <dgm:t>
        <a:bodyPr/>
        <a:lstStyle/>
        <a:p>
          <a:r>
            <a:rPr kumimoji="1" lang="ja-JP" altLang="en-US" sz="1400" dirty="0" smtClean="0">
              <a:latin typeface="メイリオ" panose="020B0604030504040204" pitchFamily="50" charset="-128"/>
              <a:ea typeface="メイリオ" panose="020B0604030504040204" pitchFamily="50" charset="-128"/>
              <a:cs typeface="メイリオ" panose="020B0604030504040204" pitchFamily="50" charset="-128"/>
            </a:rPr>
            <a:t>離脱（中・遠距離）</a:t>
          </a:r>
          <a:endPar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dgm:t>
    </dgm:pt>
    <dgm:pt modelId="{B8A20509-9E3C-4D53-9380-E9CEA14E2620}" type="parTrans" cxnId="{E8BA0712-9C58-4156-8576-A3AAE2401F6C}">
      <dgm:prSet/>
      <dgm:spPr/>
      <dgm:t>
        <a:bodyPr/>
        <a:lstStyle/>
        <a:p>
          <a:endParaRPr kumimoji="1" lang="ja-JP" altLang="en-US" sz="1400">
            <a:latin typeface="メイリオ" panose="020B0604030504040204" pitchFamily="50" charset="-128"/>
            <a:ea typeface="メイリオ" panose="020B0604030504040204" pitchFamily="50" charset="-128"/>
            <a:cs typeface="メイリオ" panose="020B0604030504040204" pitchFamily="50" charset="-128"/>
          </a:endParaRPr>
        </a:p>
      </dgm:t>
    </dgm:pt>
    <dgm:pt modelId="{2A3BB674-7AA3-45DC-9114-A82D166A7CE1}" type="sibTrans" cxnId="{E8BA0712-9C58-4156-8576-A3AAE2401F6C}">
      <dgm:prSet/>
      <dgm:spPr/>
      <dgm:t>
        <a:bodyPr/>
        <a:lstStyle/>
        <a:p>
          <a:endParaRPr kumimoji="1" lang="ja-JP" altLang="en-US" sz="1400">
            <a:latin typeface="メイリオ" panose="020B0604030504040204" pitchFamily="50" charset="-128"/>
            <a:ea typeface="メイリオ" panose="020B0604030504040204" pitchFamily="50" charset="-128"/>
            <a:cs typeface="メイリオ" panose="020B0604030504040204" pitchFamily="50" charset="-128"/>
          </a:endParaRPr>
        </a:p>
      </dgm:t>
    </dgm:pt>
    <dgm:pt modelId="{ADB69F36-ACA6-4AA2-A3CA-25840E8E7187}" type="pres">
      <dgm:prSet presAssocID="{67DC186B-AE7F-4452-88AE-2489AA9734FF}" presName="Name0" presStyleCnt="0">
        <dgm:presLayoutVars>
          <dgm:dir/>
          <dgm:animLvl val="lvl"/>
          <dgm:resizeHandles val="exact"/>
        </dgm:presLayoutVars>
      </dgm:prSet>
      <dgm:spPr/>
    </dgm:pt>
    <dgm:pt modelId="{19C8ADF5-6056-4603-A9BE-07D4C8AA251B}" type="pres">
      <dgm:prSet presAssocID="{6B366841-CC1D-403E-B236-AE222A250746}" presName="parTxOnly" presStyleLbl="node1" presStyleIdx="0" presStyleCnt="4">
        <dgm:presLayoutVars>
          <dgm:chMax val="0"/>
          <dgm:chPref val="0"/>
          <dgm:bulletEnabled val="1"/>
        </dgm:presLayoutVars>
      </dgm:prSet>
      <dgm:spPr/>
      <dgm:t>
        <a:bodyPr/>
        <a:lstStyle/>
        <a:p>
          <a:endParaRPr kumimoji="1" lang="ja-JP" altLang="en-US"/>
        </a:p>
      </dgm:t>
    </dgm:pt>
    <dgm:pt modelId="{7D621ADB-DE68-44DA-9993-901A559161EE}" type="pres">
      <dgm:prSet presAssocID="{6F24D543-EF39-4DED-BDEE-808A6DA37700}" presName="parTxOnlySpace" presStyleCnt="0"/>
      <dgm:spPr/>
    </dgm:pt>
    <dgm:pt modelId="{CB717D18-7F67-4CB4-864F-598AD31CDC5C}" type="pres">
      <dgm:prSet presAssocID="{09CF7FE0-96A0-4B43-9D9D-BDE0585E8D63}" presName="parTxOnly" presStyleLbl="node1" presStyleIdx="1" presStyleCnt="4">
        <dgm:presLayoutVars>
          <dgm:chMax val="0"/>
          <dgm:chPref val="0"/>
          <dgm:bulletEnabled val="1"/>
        </dgm:presLayoutVars>
      </dgm:prSet>
      <dgm:spPr/>
      <dgm:t>
        <a:bodyPr/>
        <a:lstStyle/>
        <a:p>
          <a:endParaRPr kumimoji="1" lang="ja-JP" altLang="en-US"/>
        </a:p>
      </dgm:t>
    </dgm:pt>
    <dgm:pt modelId="{C1A8EC0C-EE91-4D27-B52A-72E91E2D1A74}" type="pres">
      <dgm:prSet presAssocID="{20FEECC3-C816-4285-A50F-32E7963EF75C}" presName="parTxOnlySpace" presStyleCnt="0"/>
      <dgm:spPr/>
    </dgm:pt>
    <dgm:pt modelId="{E1F9F3C1-C422-4970-B726-557067483862}" type="pres">
      <dgm:prSet presAssocID="{759C7153-0091-43E6-A17C-023B1EB30E41}" presName="parTxOnly" presStyleLbl="node1" presStyleIdx="2" presStyleCnt="4">
        <dgm:presLayoutVars>
          <dgm:chMax val="0"/>
          <dgm:chPref val="0"/>
          <dgm:bulletEnabled val="1"/>
        </dgm:presLayoutVars>
      </dgm:prSet>
      <dgm:spPr/>
      <dgm:t>
        <a:bodyPr/>
        <a:lstStyle/>
        <a:p>
          <a:endParaRPr kumimoji="1" lang="ja-JP" altLang="en-US"/>
        </a:p>
      </dgm:t>
    </dgm:pt>
    <dgm:pt modelId="{836C4F95-338C-425D-9C22-68BEB06B9E11}" type="pres">
      <dgm:prSet presAssocID="{56B5218C-C61F-4CDD-A5B9-B3266F3A2505}" presName="parTxOnlySpace" presStyleCnt="0"/>
      <dgm:spPr/>
    </dgm:pt>
    <dgm:pt modelId="{E4C7B67E-F149-4E90-BCBA-606175733822}" type="pres">
      <dgm:prSet presAssocID="{DCE6F6C2-D9C4-48A6-8DC6-55571E810084}" presName="parTxOnly" presStyleLbl="node1" presStyleIdx="3" presStyleCnt="4" custLinFactNeighborY="20000">
        <dgm:presLayoutVars>
          <dgm:chMax val="0"/>
          <dgm:chPref val="0"/>
          <dgm:bulletEnabled val="1"/>
        </dgm:presLayoutVars>
      </dgm:prSet>
      <dgm:spPr/>
      <dgm:t>
        <a:bodyPr/>
        <a:lstStyle/>
        <a:p>
          <a:endParaRPr kumimoji="1" lang="ja-JP" altLang="en-US"/>
        </a:p>
      </dgm:t>
    </dgm:pt>
  </dgm:ptLst>
  <dgm:cxnLst>
    <dgm:cxn modelId="{269A96E6-D256-4A23-B609-328B6497492E}" type="presOf" srcId="{09CF7FE0-96A0-4B43-9D9D-BDE0585E8D63}" destId="{CB717D18-7F67-4CB4-864F-598AD31CDC5C}" srcOrd="0" destOrd="0" presId="urn:microsoft.com/office/officeart/2005/8/layout/chevron1"/>
    <dgm:cxn modelId="{71F1E8BB-D742-466D-87EE-A744A37F4C23}" type="presOf" srcId="{67DC186B-AE7F-4452-88AE-2489AA9734FF}" destId="{ADB69F36-ACA6-4AA2-A3CA-25840E8E7187}" srcOrd="0" destOrd="0" presId="urn:microsoft.com/office/officeart/2005/8/layout/chevron1"/>
    <dgm:cxn modelId="{EDC7F497-352C-4F3E-8C41-A9E2371A16A9}" type="presOf" srcId="{6B366841-CC1D-403E-B236-AE222A250746}" destId="{19C8ADF5-6056-4603-A9BE-07D4C8AA251B}" srcOrd="0" destOrd="0" presId="urn:microsoft.com/office/officeart/2005/8/layout/chevron1"/>
    <dgm:cxn modelId="{568FD49A-333D-478C-8658-FD7F6157FD73}" type="presOf" srcId="{759C7153-0091-43E6-A17C-023B1EB30E41}" destId="{E1F9F3C1-C422-4970-B726-557067483862}" srcOrd="0" destOrd="0" presId="urn:microsoft.com/office/officeart/2005/8/layout/chevron1"/>
    <dgm:cxn modelId="{A56C5BD2-35BD-4CFE-B89C-E0C28D6190D6}" type="presOf" srcId="{DCE6F6C2-D9C4-48A6-8DC6-55571E810084}" destId="{E4C7B67E-F149-4E90-BCBA-606175733822}" srcOrd="0" destOrd="0" presId="urn:microsoft.com/office/officeart/2005/8/layout/chevron1"/>
    <dgm:cxn modelId="{BDC24F69-33D6-4999-BA0A-F0F666D645D6}" srcId="{67DC186B-AE7F-4452-88AE-2489AA9734FF}" destId="{6B366841-CC1D-403E-B236-AE222A250746}" srcOrd="0" destOrd="0" parTransId="{6C3B38D9-FF61-4B44-B082-45ADA621AD21}" sibTransId="{6F24D543-EF39-4DED-BDEE-808A6DA37700}"/>
    <dgm:cxn modelId="{3BD24D05-9893-48EA-A236-5F28368766C1}" srcId="{67DC186B-AE7F-4452-88AE-2489AA9734FF}" destId="{09CF7FE0-96A0-4B43-9D9D-BDE0585E8D63}" srcOrd="1" destOrd="0" parTransId="{B79103E2-EDAA-4E6F-A761-BA159D29A64C}" sibTransId="{20FEECC3-C816-4285-A50F-32E7963EF75C}"/>
    <dgm:cxn modelId="{AE816F88-815C-4392-A070-2519F22DC5D2}" srcId="{67DC186B-AE7F-4452-88AE-2489AA9734FF}" destId="{759C7153-0091-43E6-A17C-023B1EB30E41}" srcOrd="2" destOrd="0" parTransId="{9D4E16DB-8B28-40DA-9D55-6ED66D8C00A2}" sibTransId="{56B5218C-C61F-4CDD-A5B9-B3266F3A2505}"/>
    <dgm:cxn modelId="{E8BA0712-9C58-4156-8576-A3AAE2401F6C}" srcId="{67DC186B-AE7F-4452-88AE-2489AA9734FF}" destId="{DCE6F6C2-D9C4-48A6-8DC6-55571E810084}" srcOrd="3" destOrd="0" parTransId="{B8A20509-9E3C-4D53-9380-E9CEA14E2620}" sibTransId="{2A3BB674-7AA3-45DC-9114-A82D166A7CE1}"/>
    <dgm:cxn modelId="{B66389D2-AF0D-42A2-A764-23E5281FE50B}" type="presParOf" srcId="{ADB69F36-ACA6-4AA2-A3CA-25840E8E7187}" destId="{19C8ADF5-6056-4603-A9BE-07D4C8AA251B}" srcOrd="0" destOrd="0" presId="urn:microsoft.com/office/officeart/2005/8/layout/chevron1"/>
    <dgm:cxn modelId="{90059494-21FB-4418-9F9B-D986C91EF29A}" type="presParOf" srcId="{ADB69F36-ACA6-4AA2-A3CA-25840E8E7187}" destId="{7D621ADB-DE68-44DA-9993-901A559161EE}" srcOrd="1" destOrd="0" presId="urn:microsoft.com/office/officeart/2005/8/layout/chevron1"/>
    <dgm:cxn modelId="{35910380-21F9-4465-9532-6D1A0E909018}" type="presParOf" srcId="{ADB69F36-ACA6-4AA2-A3CA-25840E8E7187}" destId="{CB717D18-7F67-4CB4-864F-598AD31CDC5C}" srcOrd="2" destOrd="0" presId="urn:microsoft.com/office/officeart/2005/8/layout/chevron1"/>
    <dgm:cxn modelId="{9A7EB14E-3775-4786-A8D9-9CCEDBC411E7}" type="presParOf" srcId="{ADB69F36-ACA6-4AA2-A3CA-25840E8E7187}" destId="{C1A8EC0C-EE91-4D27-B52A-72E91E2D1A74}" srcOrd="3" destOrd="0" presId="urn:microsoft.com/office/officeart/2005/8/layout/chevron1"/>
    <dgm:cxn modelId="{FD585831-7679-4984-B8FF-1B1EA0310AF9}" type="presParOf" srcId="{ADB69F36-ACA6-4AA2-A3CA-25840E8E7187}" destId="{E1F9F3C1-C422-4970-B726-557067483862}" srcOrd="4" destOrd="0" presId="urn:microsoft.com/office/officeart/2005/8/layout/chevron1"/>
    <dgm:cxn modelId="{27917D21-A076-4536-BFAF-3D638905CF6C}" type="presParOf" srcId="{ADB69F36-ACA6-4AA2-A3CA-25840E8E7187}" destId="{836C4F95-338C-425D-9C22-68BEB06B9E11}" srcOrd="5" destOrd="0" presId="urn:microsoft.com/office/officeart/2005/8/layout/chevron1"/>
    <dgm:cxn modelId="{A242C3E0-3386-4508-83AB-D0E735A6868D}" type="presParOf" srcId="{ADB69F36-ACA6-4AA2-A3CA-25840E8E7187}" destId="{E4C7B67E-F149-4E90-BCBA-606175733822}" srcOrd="6" destOrd="0" presId="urn:microsoft.com/office/officeart/2005/8/layout/chevron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7DC186B-AE7F-4452-88AE-2489AA9734FF}" type="doc">
      <dgm:prSet loTypeId="urn:microsoft.com/office/officeart/2005/8/layout/chevron1" loCatId="process" qsTypeId="urn:microsoft.com/office/officeart/2005/8/quickstyle/simple1" qsCatId="simple" csTypeId="urn:microsoft.com/office/officeart/2005/8/colors/accent1_3" csCatId="accent1" phldr="1"/>
      <dgm:spPr/>
    </dgm:pt>
    <dgm:pt modelId="{6B366841-CC1D-403E-B236-AE222A250746}">
      <dgm:prSet phldrT="[テキスト]" custT="1"/>
      <dgm:spPr>
        <a:solidFill>
          <a:schemeClr val="accent1">
            <a:lumMod val="60000"/>
            <a:lumOff val="40000"/>
          </a:schemeClr>
        </a:solidFill>
      </dgm:spPr>
      <dgm:t>
        <a:bodyPr/>
        <a:lstStyle/>
        <a:p>
          <a:r>
            <a:rPr kumimoji="1" lang="ja-JP" altLang="en-US" sz="1400" dirty="0" smtClean="0">
              <a:latin typeface="メイリオ" panose="020B0604030504040204" pitchFamily="50" charset="-128"/>
              <a:ea typeface="メイリオ" panose="020B0604030504040204" pitchFamily="50" charset="-128"/>
              <a:cs typeface="メイリオ" panose="020B0604030504040204" pitchFamily="50" charset="-128"/>
            </a:rPr>
            <a:t>避難行動前</a:t>
          </a:r>
          <a:endPar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dgm:t>
    </dgm:pt>
    <dgm:pt modelId="{6C3B38D9-FF61-4B44-B082-45ADA621AD21}" type="parTrans" cxnId="{BDC24F69-33D6-4999-BA0A-F0F666D645D6}">
      <dgm:prSet/>
      <dgm:spPr/>
      <dgm:t>
        <a:bodyPr/>
        <a:lstStyle/>
        <a:p>
          <a:endParaRPr kumimoji="1" lang="ja-JP" altLang="en-US" sz="1400">
            <a:latin typeface="メイリオ" panose="020B0604030504040204" pitchFamily="50" charset="-128"/>
            <a:ea typeface="メイリオ" panose="020B0604030504040204" pitchFamily="50" charset="-128"/>
            <a:cs typeface="メイリオ" panose="020B0604030504040204" pitchFamily="50" charset="-128"/>
          </a:endParaRPr>
        </a:p>
      </dgm:t>
    </dgm:pt>
    <dgm:pt modelId="{6F24D543-EF39-4DED-BDEE-808A6DA37700}" type="sibTrans" cxnId="{BDC24F69-33D6-4999-BA0A-F0F666D645D6}">
      <dgm:prSet/>
      <dgm:spPr/>
      <dgm:t>
        <a:bodyPr/>
        <a:lstStyle/>
        <a:p>
          <a:endParaRPr kumimoji="1" lang="ja-JP" altLang="en-US" sz="1400">
            <a:latin typeface="メイリオ" panose="020B0604030504040204" pitchFamily="50" charset="-128"/>
            <a:ea typeface="メイリオ" panose="020B0604030504040204" pitchFamily="50" charset="-128"/>
            <a:cs typeface="メイリオ" panose="020B0604030504040204" pitchFamily="50" charset="-128"/>
          </a:endParaRPr>
        </a:p>
      </dgm:t>
    </dgm:pt>
    <dgm:pt modelId="{09CF7FE0-96A0-4B43-9D9D-BDE0585E8D63}">
      <dgm:prSet phldrT="[テキスト]" custT="1"/>
      <dgm:spPr>
        <a:solidFill>
          <a:schemeClr val="accent1">
            <a:lumMod val="75000"/>
          </a:schemeClr>
        </a:solidFill>
      </dgm:spPr>
      <dgm:t>
        <a:bodyPr/>
        <a:lstStyle/>
        <a:p>
          <a:r>
            <a:rPr kumimoji="1" lang="ja-JP" altLang="en-US" sz="1400" dirty="0" smtClean="0">
              <a:latin typeface="メイリオ" panose="020B0604030504040204" pitchFamily="50" charset="-128"/>
              <a:ea typeface="メイリオ" panose="020B0604030504040204" pitchFamily="50" charset="-128"/>
              <a:cs typeface="メイリオ" panose="020B0604030504040204" pitchFamily="50" charset="-128"/>
            </a:rPr>
            <a:t>避難行動開始時</a:t>
          </a:r>
          <a:endPar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dgm:t>
    </dgm:pt>
    <dgm:pt modelId="{B79103E2-EDAA-4E6F-A761-BA159D29A64C}" type="parTrans" cxnId="{3BD24D05-9893-48EA-A236-5F28368766C1}">
      <dgm:prSet/>
      <dgm:spPr/>
      <dgm:t>
        <a:bodyPr/>
        <a:lstStyle/>
        <a:p>
          <a:endParaRPr kumimoji="1" lang="ja-JP" altLang="en-US" sz="1400">
            <a:latin typeface="メイリオ" panose="020B0604030504040204" pitchFamily="50" charset="-128"/>
            <a:ea typeface="メイリオ" panose="020B0604030504040204" pitchFamily="50" charset="-128"/>
            <a:cs typeface="メイリオ" panose="020B0604030504040204" pitchFamily="50" charset="-128"/>
          </a:endParaRPr>
        </a:p>
      </dgm:t>
    </dgm:pt>
    <dgm:pt modelId="{20FEECC3-C816-4285-A50F-32E7963EF75C}" type="sibTrans" cxnId="{3BD24D05-9893-48EA-A236-5F28368766C1}">
      <dgm:prSet/>
      <dgm:spPr/>
      <dgm:t>
        <a:bodyPr/>
        <a:lstStyle/>
        <a:p>
          <a:endParaRPr kumimoji="1" lang="ja-JP" altLang="en-US" sz="1400">
            <a:latin typeface="メイリオ" panose="020B0604030504040204" pitchFamily="50" charset="-128"/>
            <a:ea typeface="メイリオ" panose="020B0604030504040204" pitchFamily="50" charset="-128"/>
            <a:cs typeface="メイリオ" panose="020B0604030504040204" pitchFamily="50" charset="-128"/>
          </a:endParaRPr>
        </a:p>
      </dgm:t>
    </dgm:pt>
    <dgm:pt modelId="{759C7153-0091-43E6-A17C-023B1EB30E41}">
      <dgm:prSet phldrT="[テキスト]" custT="1"/>
      <dgm:spPr>
        <a:solidFill>
          <a:schemeClr val="accent1">
            <a:lumMod val="50000"/>
          </a:schemeClr>
        </a:solidFill>
      </dgm:spPr>
      <dgm:t>
        <a:bodyPr/>
        <a:lstStyle/>
        <a:p>
          <a:r>
            <a:rPr kumimoji="1" lang="ja-JP" altLang="en-US" sz="1400" dirty="0" smtClean="0">
              <a:latin typeface="メイリオ" panose="020B0604030504040204" pitchFamily="50" charset="-128"/>
              <a:ea typeface="メイリオ" panose="020B0604030504040204" pitchFamily="50" charset="-128"/>
              <a:cs typeface="メイリオ" panose="020B0604030504040204" pitchFamily="50" charset="-128"/>
            </a:rPr>
            <a:t>避難行動中</a:t>
          </a:r>
          <a:endPar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dgm:t>
    </dgm:pt>
    <dgm:pt modelId="{9D4E16DB-8B28-40DA-9D55-6ED66D8C00A2}" type="parTrans" cxnId="{AE816F88-815C-4392-A070-2519F22DC5D2}">
      <dgm:prSet/>
      <dgm:spPr/>
      <dgm:t>
        <a:bodyPr/>
        <a:lstStyle/>
        <a:p>
          <a:endParaRPr kumimoji="1" lang="ja-JP" altLang="en-US" sz="1400">
            <a:latin typeface="メイリオ" panose="020B0604030504040204" pitchFamily="50" charset="-128"/>
            <a:ea typeface="メイリオ" panose="020B0604030504040204" pitchFamily="50" charset="-128"/>
            <a:cs typeface="メイリオ" panose="020B0604030504040204" pitchFamily="50" charset="-128"/>
          </a:endParaRPr>
        </a:p>
      </dgm:t>
    </dgm:pt>
    <dgm:pt modelId="{56B5218C-C61F-4CDD-A5B9-B3266F3A2505}" type="sibTrans" cxnId="{AE816F88-815C-4392-A070-2519F22DC5D2}">
      <dgm:prSet/>
      <dgm:spPr/>
      <dgm:t>
        <a:bodyPr/>
        <a:lstStyle/>
        <a:p>
          <a:endParaRPr kumimoji="1" lang="ja-JP" altLang="en-US" sz="1400">
            <a:latin typeface="メイリオ" panose="020B0604030504040204" pitchFamily="50" charset="-128"/>
            <a:ea typeface="メイリオ" panose="020B0604030504040204" pitchFamily="50" charset="-128"/>
            <a:cs typeface="メイリオ" panose="020B0604030504040204" pitchFamily="50" charset="-128"/>
          </a:endParaRPr>
        </a:p>
      </dgm:t>
    </dgm:pt>
    <dgm:pt modelId="{DCE6F6C2-D9C4-48A6-8DC6-55571E810084}">
      <dgm:prSet custT="1"/>
      <dgm:spPr>
        <a:solidFill>
          <a:schemeClr val="tx2">
            <a:lumMod val="50000"/>
          </a:schemeClr>
        </a:solidFill>
      </dgm:spPr>
      <dgm:t>
        <a:bodyPr/>
        <a:lstStyle/>
        <a:p>
          <a:r>
            <a:rPr kumimoji="1" lang="ja-JP" altLang="en-US" sz="1400" dirty="0" smtClean="0">
              <a:latin typeface="メイリオ" panose="020B0604030504040204" pitchFamily="50" charset="-128"/>
              <a:ea typeface="メイリオ" panose="020B0604030504040204" pitchFamily="50" charset="-128"/>
              <a:cs typeface="メイリオ" panose="020B0604030504040204" pitchFamily="50" charset="-128"/>
            </a:rPr>
            <a:t>避難所に到着</a:t>
          </a:r>
          <a:endParaRPr kumimoji="1" lang="ja-JP" altLang="en-US" sz="1400" dirty="0">
            <a:latin typeface="メイリオ" panose="020B0604030504040204" pitchFamily="50" charset="-128"/>
            <a:ea typeface="メイリオ" panose="020B0604030504040204" pitchFamily="50" charset="-128"/>
            <a:cs typeface="メイリオ" panose="020B0604030504040204" pitchFamily="50" charset="-128"/>
          </a:endParaRPr>
        </a:p>
      </dgm:t>
    </dgm:pt>
    <dgm:pt modelId="{B8A20509-9E3C-4D53-9380-E9CEA14E2620}" type="parTrans" cxnId="{E8BA0712-9C58-4156-8576-A3AAE2401F6C}">
      <dgm:prSet/>
      <dgm:spPr/>
      <dgm:t>
        <a:bodyPr/>
        <a:lstStyle/>
        <a:p>
          <a:endParaRPr kumimoji="1" lang="ja-JP" altLang="en-US" sz="1400">
            <a:latin typeface="メイリオ" panose="020B0604030504040204" pitchFamily="50" charset="-128"/>
            <a:ea typeface="メイリオ" panose="020B0604030504040204" pitchFamily="50" charset="-128"/>
            <a:cs typeface="メイリオ" panose="020B0604030504040204" pitchFamily="50" charset="-128"/>
          </a:endParaRPr>
        </a:p>
      </dgm:t>
    </dgm:pt>
    <dgm:pt modelId="{2A3BB674-7AA3-45DC-9114-A82D166A7CE1}" type="sibTrans" cxnId="{E8BA0712-9C58-4156-8576-A3AAE2401F6C}">
      <dgm:prSet/>
      <dgm:spPr/>
      <dgm:t>
        <a:bodyPr/>
        <a:lstStyle/>
        <a:p>
          <a:endParaRPr kumimoji="1" lang="ja-JP" altLang="en-US" sz="1400">
            <a:latin typeface="メイリオ" panose="020B0604030504040204" pitchFamily="50" charset="-128"/>
            <a:ea typeface="メイリオ" panose="020B0604030504040204" pitchFamily="50" charset="-128"/>
            <a:cs typeface="メイリオ" panose="020B0604030504040204" pitchFamily="50" charset="-128"/>
          </a:endParaRPr>
        </a:p>
      </dgm:t>
    </dgm:pt>
    <dgm:pt modelId="{ADB69F36-ACA6-4AA2-A3CA-25840E8E7187}" type="pres">
      <dgm:prSet presAssocID="{67DC186B-AE7F-4452-88AE-2489AA9734FF}" presName="Name0" presStyleCnt="0">
        <dgm:presLayoutVars>
          <dgm:dir/>
          <dgm:animLvl val="lvl"/>
          <dgm:resizeHandles val="exact"/>
        </dgm:presLayoutVars>
      </dgm:prSet>
      <dgm:spPr/>
    </dgm:pt>
    <dgm:pt modelId="{19C8ADF5-6056-4603-A9BE-07D4C8AA251B}" type="pres">
      <dgm:prSet presAssocID="{6B366841-CC1D-403E-B236-AE222A250746}" presName="parTxOnly" presStyleLbl="node1" presStyleIdx="0" presStyleCnt="4">
        <dgm:presLayoutVars>
          <dgm:chMax val="0"/>
          <dgm:chPref val="0"/>
          <dgm:bulletEnabled val="1"/>
        </dgm:presLayoutVars>
      </dgm:prSet>
      <dgm:spPr/>
      <dgm:t>
        <a:bodyPr/>
        <a:lstStyle/>
        <a:p>
          <a:endParaRPr kumimoji="1" lang="ja-JP" altLang="en-US"/>
        </a:p>
      </dgm:t>
    </dgm:pt>
    <dgm:pt modelId="{7D621ADB-DE68-44DA-9993-901A559161EE}" type="pres">
      <dgm:prSet presAssocID="{6F24D543-EF39-4DED-BDEE-808A6DA37700}" presName="parTxOnlySpace" presStyleCnt="0"/>
      <dgm:spPr/>
    </dgm:pt>
    <dgm:pt modelId="{CB717D18-7F67-4CB4-864F-598AD31CDC5C}" type="pres">
      <dgm:prSet presAssocID="{09CF7FE0-96A0-4B43-9D9D-BDE0585E8D63}" presName="parTxOnly" presStyleLbl="node1" presStyleIdx="1" presStyleCnt="4">
        <dgm:presLayoutVars>
          <dgm:chMax val="0"/>
          <dgm:chPref val="0"/>
          <dgm:bulletEnabled val="1"/>
        </dgm:presLayoutVars>
      </dgm:prSet>
      <dgm:spPr/>
      <dgm:t>
        <a:bodyPr/>
        <a:lstStyle/>
        <a:p>
          <a:endParaRPr kumimoji="1" lang="ja-JP" altLang="en-US"/>
        </a:p>
      </dgm:t>
    </dgm:pt>
    <dgm:pt modelId="{C1A8EC0C-EE91-4D27-B52A-72E91E2D1A74}" type="pres">
      <dgm:prSet presAssocID="{20FEECC3-C816-4285-A50F-32E7963EF75C}" presName="parTxOnlySpace" presStyleCnt="0"/>
      <dgm:spPr/>
    </dgm:pt>
    <dgm:pt modelId="{E1F9F3C1-C422-4970-B726-557067483862}" type="pres">
      <dgm:prSet presAssocID="{759C7153-0091-43E6-A17C-023B1EB30E41}" presName="parTxOnly" presStyleLbl="node1" presStyleIdx="2" presStyleCnt="4">
        <dgm:presLayoutVars>
          <dgm:chMax val="0"/>
          <dgm:chPref val="0"/>
          <dgm:bulletEnabled val="1"/>
        </dgm:presLayoutVars>
      </dgm:prSet>
      <dgm:spPr/>
      <dgm:t>
        <a:bodyPr/>
        <a:lstStyle/>
        <a:p>
          <a:endParaRPr kumimoji="1" lang="ja-JP" altLang="en-US"/>
        </a:p>
      </dgm:t>
    </dgm:pt>
    <dgm:pt modelId="{836C4F95-338C-425D-9C22-68BEB06B9E11}" type="pres">
      <dgm:prSet presAssocID="{56B5218C-C61F-4CDD-A5B9-B3266F3A2505}" presName="parTxOnlySpace" presStyleCnt="0"/>
      <dgm:spPr/>
    </dgm:pt>
    <dgm:pt modelId="{E4C7B67E-F149-4E90-BCBA-606175733822}" type="pres">
      <dgm:prSet presAssocID="{DCE6F6C2-D9C4-48A6-8DC6-55571E810084}" presName="parTxOnly" presStyleLbl="node1" presStyleIdx="3" presStyleCnt="4" custLinFactNeighborY="20000">
        <dgm:presLayoutVars>
          <dgm:chMax val="0"/>
          <dgm:chPref val="0"/>
          <dgm:bulletEnabled val="1"/>
        </dgm:presLayoutVars>
      </dgm:prSet>
      <dgm:spPr/>
      <dgm:t>
        <a:bodyPr/>
        <a:lstStyle/>
        <a:p>
          <a:endParaRPr kumimoji="1" lang="ja-JP" altLang="en-US"/>
        </a:p>
      </dgm:t>
    </dgm:pt>
  </dgm:ptLst>
  <dgm:cxnLst>
    <dgm:cxn modelId="{892539C1-3523-4130-88DA-8DE34947C17B}" type="presOf" srcId="{759C7153-0091-43E6-A17C-023B1EB30E41}" destId="{E1F9F3C1-C422-4970-B726-557067483862}" srcOrd="0" destOrd="0" presId="urn:microsoft.com/office/officeart/2005/8/layout/chevron1"/>
    <dgm:cxn modelId="{37A082E2-BFE8-4710-810D-D52EFD9F81A9}" type="presOf" srcId="{67DC186B-AE7F-4452-88AE-2489AA9734FF}" destId="{ADB69F36-ACA6-4AA2-A3CA-25840E8E7187}" srcOrd="0" destOrd="0" presId="urn:microsoft.com/office/officeart/2005/8/layout/chevron1"/>
    <dgm:cxn modelId="{BAB4EF3F-CF0F-48F7-BB60-B009AEB67F2D}" type="presOf" srcId="{6B366841-CC1D-403E-B236-AE222A250746}" destId="{19C8ADF5-6056-4603-A9BE-07D4C8AA251B}" srcOrd="0" destOrd="0" presId="urn:microsoft.com/office/officeart/2005/8/layout/chevron1"/>
    <dgm:cxn modelId="{75110EBE-D58B-422F-A106-F24B9771E823}" type="presOf" srcId="{09CF7FE0-96A0-4B43-9D9D-BDE0585E8D63}" destId="{CB717D18-7F67-4CB4-864F-598AD31CDC5C}" srcOrd="0" destOrd="0" presId="urn:microsoft.com/office/officeart/2005/8/layout/chevron1"/>
    <dgm:cxn modelId="{BDC24F69-33D6-4999-BA0A-F0F666D645D6}" srcId="{67DC186B-AE7F-4452-88AE-2489AA9734FF}" destId="{6B366841-CC1D-403E-B236-AE222A250746}" srcOrd="0" destOrd="0" parTransId="{6C3B38D9-FF61-4B44-B082-45ADA621AD21}" sibTransId="{6F24D543-EF39-4DED-BDEE-808A6DA37700}"/>
    <dgm:cxn modelId="{3BD24D05-9893-48EA-A236-5F28368766C1}" srcId="{67DC186B-AE7F-4452-88AE-2489AA9734FF}" destId="{09CF7FE0-96A0-4B43-9D9D-BDE0585E8D63}" srcOrd="1" destOrd="0" parTransId="{B79103E2-EDAA-4E6F-A761-BA159D29A64C}" sibTransId="{20FEECC3-C816-4285-A50F-32E7963EF75C}"/>
    <dgm:cxn modelId="{AE816F88-815C-4392-A070-2519F22DC5D2}" srcId="{67DC186B-AE7F-4452-88AE-2489AA9734FF}" destId="{759C7153-0091-43E6-A17C-023B1EB30E41}" srcOrd="2" destOrd="0" parTransId="{9D4E16DB-8B28-40DA-9D55-6ED66D8C00A2}" sibTransId="{56B5218C-C61F-4CDD-A5B9-B3266F3A2505}"/>
    <dgm:cxn modelId="{E8BA0712-9C58-4156-8576-A3AAE2401F6C}" srcId="{67DC186B-AE7F-4452-88AE-2489AA9734FF}" destId="{DCE6F6C2-D9C4-48A6-8DC6-55571E810084}" srcOrd="3" destOrd="0" parTransId="{B8A20509-9E3C-4D53-9380-E9CEA14E2620}" sibTransId="{2A3BB674-7AA3-45DC-9114-A82D166A7CE1}"/>
    <dgm:cxn modelId="{DA5E3C8A-AE79-4254-8983-F6CBCEA90534}" type="presOf" srcId="{DCE6F6C2-D9C4-48A6-8DC6-55571E810084}" destId="{E4C7B67E-F149-4E90-BCBA-606175733822}" srcOrd="0" destOrd="0" presId="urn:microsoft.com/office/officeart/2005/8/layout/chevron1"/>
    <dgm:cxn modelId="{92C1012B-BB89-417A-97D3-D7558ABDCA60}" type="presParOf" srcId="{ADB69F36-ACA6-4AA2-A3CA-25840E8E7187}" destId="{19C8ADF5-6056-4603-A9BE-07D4C8AA251B}" srcOrd="0" destOrd="0" presId="urn:microsoft.com/office/officeart/2005/8/layout/chevron1"/>
    <dgm:cxn modelId="{500193E3-063C-4461-BD8E-9FCD3F1C5B5E}" type="presParOf" srcId="{ADB69F36-ACA6-4AA2-A3CA-25840E8E7187}" destId="{7D621ADB-DE68-44DA-9993-901A559161EE}" srcOrd="1" destOrd="0" presId="urn:microsoft.com/office/officeart/2005/8/layout/chevron1"/>
    <dgm:cxn modelId="{A47F025A-82B3-4B92-8DAF-53786E215025}" type="presParOf" srcId="{ADB69F36-ACA6-4AA2-A3CA-25840E8E7187}" destId="{CB717D18-7F67-4CB4-864F-598AD31CDC5C}" srcOrd="2" destOrd="0" presId="urn:microsoft.com/office/officeart/2005/8/layout/chevron1"/>
    <dgm:cxn modelId="{2F75D5B0-905B-4DA6-A519-24BD396E9B1E}" type="presParOf" srcId="{ADB69F36-ACA6-4AA2-A3CA-25840E8E7187}" destId="{C1A8EC0C-EE91-4D27-B52A-72E91E2D1A74}" srcOrd="3" destOrd="0" presId="urn:microsoft.com/office/officeart/2005/8/layout/chevron1"/>
    <dgm:cxn modelId="{42C0D1B6-7DA4-4D12-BEDB-CCD1EA0D67DB}" type="presParOf" srcId="{ADB69F36-ACA6-4AA2-A3CA-25840E8E7187}" destId="{E1F9F3C1-C422-4970-B726-557067483862}" srcOrd="4" destOrd="0" presId="urn:microsoft.com/office/officeart/2005/8/layout/chevron1"/>
    <dgm:cxn modelId="{83B17062-05FC-49E3-9310-4F949B2B4255}" type="presParOf" srcId="{ADB69F36-ACA6-4AA2-A3CA-25840E8E7187}" destId="{836C4F95-338C-425D-9C22-68BEB06B9E11}" srcOrd="5" destOrd="0" presId="urn:microsoft.com/office/officeart/2005/8/layout/chevron1"/>
    <dgm:cxn modelId="{8CD71DA0-3CA9-4524-88E6-8921DA87043F}" type="presParOf" srcId="{ADB69F36-ACA6-4AA2-A3CA-25840E8E7187}" destId="{E4C7B67E-F149-4E90-BCBA-606175733822}" srcOrd="6" destOrd="0" presId="urn:microsoft.com/office/officeart/2005/8/layout/chevron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C8ADF5-6056-4603-A9BE-07D4C8AA251B}">
      <dsp:nvSpPr>
        <dsp:cNvPr id="0" name=""/>
        <dsp:cNvSpPr/>
      </dsp:nvSpPr>
      <dsp:spPr>
        <a:xfrm>
          <a:off x="4475" y="0"/>
          <a:ext cx="2605437" cy="360040"/>
        </a:xfrm>
        <a:prstGeom prst="chevron">
          <a:avLst/>
        </a:prstGeom>
        <a:solidFill>
          <a:schemeClr val="accent1">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lvl="0" algn="ctr" defTabSz="622300">
            <a:lnSpc>
              <a:spcPct val="90000"/>
            </a:lnSpc>
            <a:spcBef>
              <a:spcPct val="0"/>
            </a:spcBef>
            <a:spcAft>
              <a:spcPct val="35000"/>
            </a:spcAft>
          </a:pPr>
          <a:r>
            <a:rPr kumimoji="1" lang="ja-JP" altLang="en-US" sz="1400" kern="1200" dirty="0" smtClean="0">
              <a:latin typeface="メイリオ" panose="020B0604030504040204" pitchFamily="50" charset="-128"/>
              <a:ea typeface="メイリオ" panose="020B0604030504040204" pitchFamily="50" charset="-128"/>
              <a:cs typeface="メイリオ" panose="020B0604030504040204" pitchFamily="50" charset="-128"/>
            </a:rPr>
            <a:t>旅行日到来</a:t>
          </a:r>
          <a:endParaRPr kumimoji="1" lang="ja-JP" altLang="en-US" sz="1400" kern="1200" dirty="0">
            <a:latin typeface="メイリオ" panose="020B0604030504040204" pitchFamily="50" charset="-128"/>
            <a:ea typeface="メイリオ" panose="020B0604030504040204" pitchFamily="50" charset="-128"/>
            <a:cs typeface="メイリオ" panose="020B0604030504040204" pitchFamily="50" charset="-128"/>
          </a:endParaRPr>
        </a:p>
      </dsp:txBody>
      <dsp:txXfrm>
        <a:off x="184495" y="0"/>
        <a:ext cx="2245397" cy="360040"/>
      </dsp:txXfrm>
    </dsp:sp>
    <dsp:sp modelId="{CB717D18-7F67-4CB4-864F-598AD31CDC5C}">
      <dsp:nvSpPr>
        <dsp:cNvPr id="0" name=""/>
        <dsp:cNvSpPr/>
      </dsp:nvSpPr>
      <dsp:spPr>
        <a:xfrm>
          <a:off x="2349369" y="0"/>
          <a:ext cx="2605437" cy="360040"/>
        </a:xfrm>
        <a:prstGeom prst="chevron">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lvl="0" algn="ctr" defTabSz="622300">
            <a:lnSpc>
              <a:spcPct val="90000"/>
            </a:lnSpc>
            <a:spcBef>
              <a:spcPct val="0"/>
            </a:spcBef>
            <a:spcAft>
              <a:spcPct val="35000"/>
            </a:spcAft>
          </a:pPr>
          <a:r>
            <a:rPr kumimoji="1" lang="ja-JP" altLang="en-US" sz="1400" kern="1200" dirty="0" smtClean="0">
              <a:latin typeface="メイリオ" panose="020B0604030504040204" pitchFamily="50" charset="-128"/>
              <a:ea typeface="メイリオ" panose="020B0604030504040204" pitchFamily="50" charset="-128"/>
              <a:cs typeface="メイリオ" panose="020B0604030504040204" pitchFamily="50" charset="-128"/>
            </a:rPr>
            <a:t>接近（中距離</a:t>
          </a:r>
          <a:r>
            <a:rPr kumimoji="1" lang="en-US" altLang="ja-JP" sz="1400" kern="1200" dirty="0" smtClean="0">
              <a:latin typeface="メイリオ" panose="020B0604030504040204" pitchFamily="50" charset="-128"/>
              <a:ea typeface="メイリオ" panose="020B0604030504040204" pitchFamily="50" charset="-128"/>
              <a:cs typeface="メイリオ" panose="020B0604030504040204" pitchFamily="50" charset="-128"/>
            </a:rPr>
            <a:t>:</a:t>
          </a:r>
          <a:r>
            <a:rPr kumimoji="1" lang="ja-JP" altLang="en-US" sz="1400" kern="1200" dirty="0" smtClean="0">
              <a:latin typeface="メイリオ" panose="020B0604030504040204" pitchFamily="50" charset="-128"/>
              <a:ea typeface="メイリオ" panose="020B0604030504040204" pitchFamily="50" charset="-128"/>
              <a:cs typeface="メイリオ" panose="020B0604030504040204" pitchFamily="50" charset="-128"/>
            </a:rPr>
            <a:t>約</a:t>
          </a:r>
          <a:r>
            <a:rPr kumimoji="1" lang="en-US" altLang="ja-JP" sz="1400" kern="1200" dirty="0" smtClean="0">
              <a:latin typeface="メイリオ" panose="020B0604030504040204" pitchFamily="50" charset="-128"/>
              <a:ea typeface="メイリオ" panose="020B0604030504040204" pitchFamily="50" charset="-128"/>
              <a:cs typeface="メイリオ" panose="020B0604030504040204" pitchFamily="50" charset="-128"/>
            </a:rPr>
            <a:t>100m</a:t>
          </a:r>
          <a:r>
            <a:rPr kumimoji="1" lang="ja-JP" altLang="en-US" sz="1400" kern="1200" dirty="0" smtClean="0">
              <a:latin typeface="メイリオ" panose="020B0604030504040204" pitchFamily="50" charset="-128"/>
              <a:ea typeface="メイリオ" panose="020B0604030504040204" pitchFamily="50" charset="-128"/>
              <a:cs typeface="メイリオ" panose="020B0604030504040204" pitchFamily="50" charset="-128"/>
            </a:rPr>
            <a:t>）</a:t>
          </a:r>
          <a:endParaRPr kumimoji="1" lang="ja-JP" altLang="en-US" sz="1400" kern="1200" dirty="0">
            <a:latin typeface="メイリオ" panose="020B0604030504040204" pitchFamily="50" charset="-128"/>
            <a:ea typeface="メイリオ" panose="020B0604030504040204" pitchFamily="50" charset="-128"/>
            <a:cs typeface="メイリオ" panose="020B0604030504040204" pitchFamily="50" charset="-128"/>
          </a:endParaRPr>
        </a:p>
      </dsp:txBody>
      <dsp:txXfrm>
        <a:off x="2529389" y="0"/>
        <a:ext cx="2245397" cy="360040"/>
      </dsp:txXfrm>
    </dsp:sp>
    <dsp:sp modelId="{E1F9F3C1-C422-4970-B726-557067483862}">
      <dsp:nvSpPr>
        <dsp:cNvPr id="0" name=""/>
        <dsp:cNvSpPr/>
      </dsp:nvSpPr>
      <dsp:spPr>
        <a:xfrm>
          <a:off x="4694264" y="0"/>
          <a:ext cx="2605437" cy="360040"/>
        </a:xfrm>
        <a:prstGeom prst="chevron">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lvl="0" algn="ctr" defTabSz="622300">
            <a:lnSpc>
              <a:spcPct val="90000"/>
            </a:lnSpc>
            <a:spcBef>
              <a:spcPct val="0"/>
            </a:spcBef>
            <a:spcAft>
              <a:spcPct val="35000"/>
            </a:spcAft>
          </a:pPr>
          <a:r>
            <a:rPr kumimoji="1" lang="ja-JP" altLang="en-US" sz="1400" kern="1200" dirty="0" smtClean="0">
              <a:latin typeface="メイリオ" panose="020B0604030504040204" pitchFamily="50" charset="-128"/>
              <a:ea typeface="メイリオ" panose="020B0604030504040204" pitchFamily="50" charset="-128"/>
              <a:cs typeface="メイリオ" panose="020B0604030504040204" pitchFamily="50" charset="-128"/>
            </a:rPr>
            <a:t>接近（近距離：約</a:t>
          </a:r>
          <a:r>
            <a:rPr kumimoji="1" lang="en-US" altLang="ja-JP" sz="1400" kern="1200" dirty="0" smtClean="0">
              <a:latin typeface="メイリオ" panose="020B0604030504040204" pitchFamily="50" charset="-128"/>
              <a:ea typeface="メイリオ" panose="020B0604030504040204" pitchFamily="50" charset="-128"/>
              <a:cs typeface="メイリオ" panose="020B0604030504040204" pitchFamily="50" charset="-128"/>
            </a:rPr>
            <a:t>10m</a:t>
          </a:r>
          <a:r>
            <a:rPr kumimoji="1" lang="ja-JP" altLang="en-US" sz="1400" kern="1200" dirty="0" smtClean="0">
              <a:latin typeface="メイリオ" panose="020B0604030504040204" pitchFamily="50" charset="-128"/>
              <a:ea typeface="メイリオ" panose="020B0604030504040204" pitchFamily="50" charset="-128"/>
              <a:cs typeface="メイリオ" panose="020B0604030504040204" pitchFamily="50" charset="-128"/>
            </a:rPr>
            <a:t>）</a:t>
          </a:r>
          <a:endParaRPr kumimoji="1" lang="ja-JP" altLang="en-US" sz="1400" kern="1200" dirty="0">
            <a:latin typeface="メイリオ" panose="020B0604030504040204" pitchFamily="50" charset="-128"/>
            <a:ea typeface="メイリオ" panose="020B0604030504040204" pitchFamily="50" charset="-128"/>
            <a:cs typeface="メイリオ" panose="020B0604030504040204" pitchFamily="50" charset="-128"/>
          </a:endParaRPr>
        </a:p>
      </dsp:txBody>
      <dsp:txXfrm>
        <a:off x="4874284" y="0"/>
        <a:ext cx="2245397" cy="360040"/>
      </dsp:txXfrm>
    </dsp:sp>
    <dsp:sp modelId="{E4C7B67E-F149-4E90-BCBA-606175733822}">
      <dsp:nvSpPr>
        <dsp:cNvPr id="0" name=""/>
        <dsp:cNvSpPr/>
      </dsp:nvSpPr>
      <dsp:spPr>
        <a:xfrm>
          <a:off x="7039158" y="0"/>
          <a:ext cx="2605437" cy="360040"/>
        </a:xfrm>
        <a:prstGeom prst="chevron">
          <a:avLst/>
        </a:prstGeom>
        <a:solidFill>
          <a:schemeClr val="accent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lvl="0" algn="ctr" defTabSz="622300">
            <a:lnSpc>
              <a:spcPct val="90000"/>
            </a:lnSpc>
            <a:spcBef>
              <a:spcPct val="0"/>
            </a:spcBef>
            <a:spcAft>
              <a:spcPct val="35000"/>
            </a:spcAft>
          </a:pPr>
          <a:r>
            <a:rPr kumimoji="1" lang="ja-JP" altLang="en-US" sz="1400" kern="1200" dirty="0" smtClean="0">
              <a:latin typeface="メイリオ" panose="020B0604030504040204" pitchFamily="50" charset="-128"/>
              <a:ea typeface="メイリオ" panose="020B0604030504040204" pitchFamily="50" charset="-128"/>
              <a:cs typeface="メイリオ" panose="020B0604030504040204" pitchFamily="50" charset="-128"/>
            </a:rPr>
            <a:t>離脱（中・遠距離）</a:t>
          </a:r>
          <a:endParaRPr kumimoji="1" lang="ja-JP" altLang="en-US" sz="1400" kern="1200" dirty="0">
            <a:latin typeface="メイリオ" panose="020B0604030504040204" pitchFamily="50" charset="-128"/>
            <a:ea typeface="メイリオ" panose="020B0604030504040204" pitchFamily="50" charset="-128"/>
            <a:cs typeface="メイリオ" panose="020B0604030504040204" pitchFamily="50" charset="-128"/>
          </a:endParaRPr>
        </a:p>
      </dsp:txBody>
      <dsp:txXfrm>
        <a:off x="7219178" y="0"/>
        <a:ext cx="2245397" cy="3600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C8ADF5-6056-4603-A9BE-07D4C8AA251B}">
      <dsp:nvSpPr>
        <dsp:cNvPr id="0" name=""/>
        <dsp:cNvSpPr/>
      </dsp:nvSpPr>
      <dsp:spPr>
        <a:xfrm>
          <a:off x="4475" y="0"/>
          <a:ext cx="2605437" cy="360040"/>
        </a:xfrm>
        <a:prstGeom prst="chevron">
          <a:avLst/>
        </a:prstGeom>
        <a:solidFill>
          <a:schemeClr val="accent1">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lvl="0" algn="ctr" defTabSz="622300">
            <a:lnSpc>
              <a:spcPct val="90000"/>
            </a:lnSpc>
            <a:spcBef>
              <a:spcPct val="0"/>
            </a:spcBef>
            <a:spcAft>
              <a:spcPct val="35000"/>
            </a:spcAft>
          </a:pPr>
          <a:r>
            <a:rPr kumimoji="1" lang="ja-JP" altLang="en-US" sz="1400" kern="1200" dirty="0" smtClean="0">
              <a:latin typeface="メイリオ" panose="020B0604030504040204" pitchFamily="50" charset="-128"/>
              <a:ea typeface="メイリオ" panose="020B0604030504040204" pitchFamily="50" charset="-128"/>
              <a:cs typeface="メイリオ" panose="020B0604030504040204" pitchFamily="50" charset="-128"/>
            </a:rPr>
            <a:t>避難行動前</a:t>
          </a:r>
          <a:endParaRPr kumimoji="1" lang="ja-JP" altLang="en-US" sz="1400" kern="1200" dirty="0">
            <a:latin typeface="メイリオ" panose="020B0604030504040204" pitchFamily="50" charset="-128"/>
            <a:ea typeface="メイリオ" panose="020B0604030504040204" pitchFamily="50" charset="-128"/>
            <a:cs typeface="メイリオ" panose="020B0604030504040204" pitchFamily="50" charset="-128"/>
          </a:endParaRPr>
        </a:p>
      </dsp:txBody>
      <dsp:txXfrm>
        <a:off x="184495" y="0"/>
        <a:ext cx="2245397" cy="360040"/>
      </dsp:txXfrm>
    </dsp:sp>
    <dsp:sp modelId="{CB717D18-7F67-4CB4-864F-598AD31CDC5C}">
      <dsp:nvSpPr>
        <dsp:cNvPr id="0" name=""/>
        <dsp:cNvSpPr/>
      </dsp:nvSpPr>
      <dsp:spPr>
        <a:xfrm>
          <a:off x="2349369" y="0"/>
          <a:ext cx="2605437" cy="360040"/>
        </a:xfrm>
        <a:prstGeom prst="chevron">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lvl="0" algn="ctr" defTabSz="622300">
            <a:lnSpc>
              <a:spcPct val="90000"/>
            </a:lnSpc>
            <a:spcBef>
              <a:spcPct val="0"/>
            </a:spcBef>
            <a:spcAft>
              <a:spcPct val="35000"/>
            </a:spcAft>
          </a:pPr>
          <a:r>
            <a:rPr kumimoji="1" lang="ja-JP" altLang="en-US" sz="1400" kern="1200" dirty="0" smtClean="0">
              <a:latin typeface="メイリオ" panose="020B0604030504040204" pitchFamily="50" charset="-128"/>
              <a:ea typeface="メイリオ" panose="020B0604030504040204" pitchFamily="50" charset="-128"/>
              <a:cs typeface="メイリオ" panose="020B0604030504040204" pitchFamily="50" charset="-128"/>
            </a:rPr>
            <a:t>避難行動開始時</a:t>
          </a:r>
          <a:endParaRPr kumimoji="1" lang="ja-JP" altLang="en-US" sz="1400" kern="1200" dirty="0">
            <a:latin typeface="メイリオ" panose="020B0604030504040204" pitchFamily="50" charset="-128"/>
            <a:ea typeface="メイリオ" panose="020B0604030504040204" pitchFamily="50" charset="-128"/>
            <a:cs typeface="メイリオ" panose="020B0604030504040204" pitchFamily="50" charset="-128"/>
          </a:endParaRPr>
        </a:p>
      </dsp:txBody>
      <dsp:txXfrm>
        <a:off x="2529389" y="0"/>
        <a:ext cx="2245397" cy="360040"/>
      </dsp:txXfrm>
    </dsp:sp>
    <dsp:sp modelId="{E1F9F3C1-C422-4970-B726-557067483862}">
      <dsp:nvSpPr>
        <dsp:cNvPr id="0" name=""/>
        <dsp:cNvSpPr/>
      </dsp:nvSpPr>
      <dsp:spPr>
        <a:xfrm>
          <a:off x="4694264" y="0"/>
          <a:ext cx="2605437" cy="360040"/>
        </a:xfrm>
        <a:prstGeom prst="chevron">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lvl="0" algn="ctr" defTabSz="622300">
            <a:lnSpc>
              <a:spcPct val="90000"/>
            </a:lnSpc>
            <a:spcBef>
              <a:spcPct val="0"/>
            </a:spcBef>
            <a:spcAft>
              <a:spcPct val="35000"/>
            </a:spcAft>
          </a:pPr>
          <a:r>
            <a:rPr kumimoji="1" lang="ja-JP" altLang="en-US" sz="1400" kern="1200" dirty="0" smtClean="0">
              <a:latin typeface="メイリオ" panose="020B0604030504040204" pitchFamily="50" charset="-128"/>
              <a:ea typeface="メイリオ" panose="020B0604030504040204" pitchFamily="50" charset="-128"/>
              <a:cs typeface="メイリオ" panose="020B0604030504040204" pitchFamily="50" charset="-128"/>
            </a:rPr>
            <a:t>避難行動中</a:t>
          </a:r>
          <a:endParaRPr kumimoji="1" lang="ja-JP" altLang="en-US" sz="1400" kern="1200" dirty="0">
            <a:latin typeface="メイリオ" panose="020B0604030504040204" pitchFamily="50" charset="-128"/>
            <a:ea typeface="メイリオ" panose="020B0604030504040204" pitchFamily="50" charset="-128"/>
            <a:cs typeface="メイリオ" panose="020B0604030504040204" pitchFamily="50" charset="-128"/>
          </a:endParaRPr>
        </a:p>
      </dsp:txBody>
      <dsp:txXfrm>
        <a:off x="4874284" y="0"/>
        <a:ext cx="2245397" cy="360040"/>
      </dsp:txXfrm>
    </dsp:sp>
    <dsp:sp modelId="{E4C7B67E-F149-4E90-BCBA-606175733822}">
      <dsp:nvSpPr>
        <dsp:cNvPr id="0" name=""/>
        <dsp:cNvSpPr/>
      </dsp:nvSpPr>
      <dsp:spPr>
        <a:xfrm>
          <a:off x="7039158" y="0"/>
          <a:ext cx="2605437" cy="360040"/>
        </a:xfrm>
        <a:prstGeom prst="chevron">
          <a:avLst/>
        </a:prstGeom>
        <a:solidFill>
          <a:schemeClr val="tx2">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lvl="0" algn="ctr" defTabSz="622300">
            <a:lnSpc>
              <a:spcPct val="90000"/>
            </a:lnSpc>
            <a:spcBef>
              <a:spcPct val="0"/>
            </a:spcBef>
            <a:spcAft>
              <a:spcPct val="35000"/>
            </a:spcAft>
          </a:pPr>
          <a:r>
            <a:rPr kumimoji="1" lang="ja-JP" altLang="en-US" sz="1400" kern="1200" dirty="0" smtClean="0">
              <a:latin typeface="メイリオ" panose="020B0604030504040204" pitchFamily="50" charset="-128"/>
              <a:ea typeface="メイリオ" panose="020B0604030504040204" pitchFamily="50" charset="-128"/>
              <a:cs typeface="メイリオ" panose="020B0604030504040204" pitchFamily="50" charset="-128"/>
            </a:rPr>
            <a:t>避難所に到着</a:t>
          </a:r>
          <a:endParaRPr kumimoji="1" lang="ja-JP" altLang="en-US" sz="1400" kern="1200" dirty="0">
            <a:latin typeface="メイリオ" panose="020B0604030504040204" pitchFamily="50" charset="-128"/>
            <a:ea typeface="メイリオ" panose="020B0604030504040204" pitchFamily="50" charset="-128"/>
            <a:cs typeface="メイリオ" panose="020B0604030504040204" pitchFamily="50" charset="-128"/>
          </a:endParaRPr>
        </a:p>
      </dsp:txBody>
      <dsp:txXfrm>
        <a:off x="7219178" y="0"/>
        <a:ext cx="2245397" cy="360040"/>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58" name="Rectangle 2"/>
          <p:cNvSpPr>
            <a:spLocks noGrp="1" noChangeArrowheads="1"/>
          </p:cNvSpPr>
          <p:nvPr>
            <p:ph type="hdr" sz="quarter"/>
          </p:nvPr>
        </p:nvSpPr>
        <p:spPr bwMode="auto">
          <a:xfrm>
            <a:off x="0" y="1"/>
            <a:ext cx="2982139" cy="502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636" tIns="46322" rIns="92636" bIns="46322" numCol="1" anchor="t" anchorCtr="0" compatLnSpc="1">
            <a:prstTxWarp prst="textNoShape">
              <a:avLst/>
            </a:prstTxWarp>
          </a:bodyPr>
          <a:lstStyle>
            <a:lvl1pPr defTabSz="921667" eaLnBrk="1" hangingPunct="1">
              <a:spcBef>
                <a:spcPct val="50000"/>
              </a:spcBef>
              <a:buSzPct val="60000"/>
              <a:buFont typeface="Wingdings" panose="05000000000000000000" pitchFamily="2" charset="2"/>
              <a:buChar char="l"/>
              <a:defRPr b="0" smtClean="0">
                <a:solidFill>
                  <a:srgbClr val="3E6311"/>
                </a:solidFill>
              </a:defRPr>
            </a:lvl1pPr>
          </a:lstStyle>
          <a:p>
            <a:pPr>
              <a:defRPr/>
            </a:pPr>
            <a:endParaRPr lang="en-US" altLang="ja-JP"/>
          </a:p>
        </p:txBody>
      </p:sp>
      <p:sp>
        <p:nvSpPr>
          <p:cNvPr id="45059" name="Rectangle 3"/>
          <p:cNvSpPr>
            <a:spLocks noGrp="1" noChangeArrowheads="1"/>
          </p:cNvSpPr>
          <p:nvPr>
            <p:ph type="dt" sz="quarter" idx="1"/>
          </p:nvPr>
        </p:nvSpPr>
        <p:spPr bwMode="auto">
          <a:xfrm>
            <a:off x="3906024" y="1"/>
            <a:ext cx="2982139" cy="502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636" tIns="46322" rIns="92636" bIns="46322" numCol="1" anchor="t" anchorCtr="0" compatLnSpc="1">
            <a:prstTxWarp prst="textNoShape">
              <a:avLst/>
            </a:prstTxWarp>
          </a:bodyPr>
          <a:lstStyle>
            <a:lvl1pPr algn="r" defTabSz="921667" eaLnBrk="1" hangingPunct="1">
              <a:spcBef>
                <a:spcPct val="50000"/>
              </a:spcBef>
              <a:buSzPct val="60000"/>
              <a:buFont typeface="Wingdings" panose="05000000000000000000" pitchFamily="2" charset="2"/>
              <a:buChar char="l"/>
              <a:defRPr b="0" smtClean="0">
                <a:solidFill>
                  <a:srgbClr val="3E6311"/>
                </a:solidFill>
              </a:defRPr>
            </a:lvl1pPr>
          </a:lstStyle>
          <a:p>
            <a:pPr>
              <a:defRPr/>
            </a:pPr>
            <a:endParaRPr lang="en-US" altLang="ja-JP"/>
          </a:p>
        </p:txBody>
      </p:sp>
      <p:sp>
        <p:nvSpPr>
          <p:cNvPr id="45060" name="Rectangle 4"/>
          <p:cNvSpPr>
            <a:spLocks noGrp="1" noChangeArrowheads="1"/>
          </p:cNvSpPr>
          <p:nvPr>
            <p:ph type="ftr" sz="quarter" idx="2"/>
          </p:nvPr>
        </p:nvSpPr>
        <p:spPr bwMode="auto">
          <a:xfrm>
            <a:off x="0" y="9517765"/>
            <a:ext cx="2982139" cy="502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636" tIns="46322" rIns="92636" bIns="46322" numCol="1" anchor="b" anchorCtr="0" compatLnSpc="1">
            <a:prstTxWarp prst="textNoShape">
              <a:avLst/>
            </a:prstTxWarp>
          </a:bodyPr>
          <a:lstStyle>
            <a:lvl1pPr defTabSz="921667" eaLnBrk="1" hangingPunct="1">
              <a:spcBef>
                <a:spcPct val="50000"/>
              </a:spcBef>
              <a:buSzPct val="60000"/>
              <a:buFont typeface="Wingdings" panose="05000000000000000000" pitchFamily="2" charset="2"/>
              <a:buChar char="l"/>
              <a:defRPr b="0" smtClean="0">
                <a:solidFill>
                  <a:srgbClr val="3E6311"/>
                </a:solidFill>
              </a:defRPr>
            </a:lvl1pPr>
          </a:lstStyle>
          <a:p>
            <a:pPr>
              <a:defRPr/>
            </a:pPr>
            <a:endParaRPr lang="en-US" altLang="ja-JP"/>
          </a:p>
        </p:txBody>
      </p:sp>
      <p:sp>
        <p:nvSpPr>
          <p:cNvPr id="45061" name="Rectangle 5"/>
          <p:cNvSpPr>
            <a:spLocks noGrp="1" noChangeArrowheads="1"/>
          </p:cNvSpPr>
          <p:nvPr>
            <p:ph type="sldNum" sz="quarter" idx="3"/>
          </p:nvPr>
        </p:nvSpPr>
        <p:spPr bwMode="auto">
          <a:xfrm>
            <a:off x="3906024" y="9517765"/>
            <a:ext cx="2982139" cy="502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636" tIns="46322" rIns="92636" bIns="46322" numCol="1" anchor="b" anchorCtr="0" compatLnSpc="1">
            <a:prstTxWarp prst="textNoShape">
              <a:avLst/>
            </a:prstTxWarp>
          </a:bodyPr>
          <a:lstStyle>
            <a:lvl1pPr algn="r" defTabSz="921667" eaLnBrk="1" hangingPunct="1">
              <a:spcBef>
                <a:spcPct val="50000"/>
              </a:spcBef>
              <a:buSzPct val="60000"/>
              <a:buFont typeface="Wingdings" panose="05000000000000000000" pitchFamily="2" charset="2"/>
              <a:buChar char="l"/>
              <a:defRPr b="0" smtClean="0">
                <a:solidFill>
                  <a:srgbClr val="3E6311"/>
                </a:solidFill>
              </a:defRPr>
            </a:lvl1pPr>
          </a:lstStyle>
          <a:p>
            <a:pPr>
              <a:defRPr/>
            </a:pPr>
            <a:fld id="{9981856D-3905-4B37-A391-BA3E55E84481}" type="slidenum">
              <a:rPr lang="en-US" altLang="ja-JP"/>
              <a:pPr>
                <a:defRPr/>
              </a:pPr>
              <a:t>‹#›</a:t>
            </a:fld>
            <a:endParaRPr lang="en-US" altLang="ja-JP"/>
          </a:p>
        </p:txBody>
      </p:sp>
    </p:spTree>
    <p:extLst>
      <p:ext uri="{BB962C8B-B14F-4D97-AF65-F5344CB8AC3E}">
        <p14:creationId xmlns:p14="http://schemas.microsoft.com/office/powerpoint/2010/main" val="15878697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bwMode="auto">
          <a:xfrm>
            <a:off x="0" y="1"/>
            <a:ext cx="2982139" cy="502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636" tIns="46322" rIns="92636" bIns="46322" numCol="1" anchor="t" anchorCtr="0" compatLnSpc="1">
            <a:prstTxWarp prst="textNoShape">
              <a:avLst/>
            </a:prstTxWarp>
          </a:bodyPr>
          <a:lstStyle>
            <a:lvl1pPr defTabSz="921667" eaLnBrk="1" hangingPunct="1">
              <a:spcBef>
                <a:spcPct val="50000"/>
              </a:spcBef>
              <a:buSzPct val="60000"/>
              <a:buFont typeface="Wingdings" panose="05000000000000000000" pitchFamily="2" charset="2"/>
              <a:buChar char="l"/>
              <a:defRPr b="0" smtClean="0">
                <a:solidFill>
                  <a:srgbClr val="3E6311"/>
                </a:solidFill>
              </a:defRPr>
            </a:lvl1pPr>
          </a:lstStyle>
          <a:p>
            <a:pPr>
              <a:defRPr/>
            </a:pPr>
            <a:endParaRPr lang="en-US" altLang="ja-JP"/>
          </a:p>
        </p:txBody>
      </p:sp>
      <p:sp>
        <p:nvSpPr>
          <p:cNvPr id="20483" name="Rectangle 3"/>
          <p:cNvSpPr>
            <a:spLocks noGrp="1" noChangeArrowheads="1"/>
          </p:cNvSpPr>
          <p:nvPr>
            <p:ph type="dt" idx="1"/>
          </p:nvPr>
        </p:nvSpPr>
        <p:spPr bwMode="auto">
          <a:xfrm>
            <a:off x="3906024" y="1"/>
            <a:ext cx="2982139" cy="502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636" tIns="46322" rIns="92636" bIns="46322" numCol="1" anchor="t" anchorCtr="0" compatLnSpc="1">
            <a:prstTxWarp prst="textNoShape">
              <a:avLst/>
            </a:prstTxWarp>
          </a:bodyPr>
          <a:lstStyle>
            <a:lvl1pPr algn="r" defTabSz="921667" eaLnBrk="1" hangingPunct="1">
              <a:spcBef>
                <a:spcPct val="50000"/>
              </a:spcBef>
              <a:buSzPct val="60000"/>
              <a:buFont typeface="Wingdings" panose="05000000000000000000" pitchFamily="2" charset="2"/>
              <a:buChar char="l"/>
              <a:defRPr b="0" smtClean="0">
                <a:solidFill>
                  <a:srgbClr val="3E6311"/>
                </a:solidFill>
              </a:defRPr>
            </a:lvl1pPr>
          </a:lstStyle>
          <a:p>
            <a:pPr>
              <a:defRPr/>
            </a:pPr>
            <a:endParaRPr lang="en-US" altLang="ja-JP"/>
          </a:p>
        </p:txBody>
      </p:sp>
      <p:sp>
        <p:nvSpPr>
          <p:cNvPr id="4100" name="Rectangle 4"/>
          <p:cNvSpPr>
            <a:spLocks noGrp="1" noRot="1" noChangeAspect="1" noChangeArrowheads="1" noTextEdit="1"/>
          </p:cNvSpPr>
          <p:nvPr>
            <p:ph type="sldImg" idx="2"/>
          </p:nvPr>
        </p:nvSpPr>
        <p:spPr bwMode="auto">
          <a:xfrm>
            <a:off x="735013" y="754063"/>
            <a:ext cx="5422900" cy="3754437"/>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485" name="Rectangle 5"/>
          <p:cNvSpPr>
            <a:spLocks noGrp="1" noChangeArrowheads="1"/>
          </p:cNvSpPr>
          <p:nvPr>
            <p:ph type="body" sz="quarter" idx="3"/>
          </p:nvPr>
        </p:nvSpPr>
        <p:spPr bwMode="auto">
          <a:xfrm>
            <a:off x="919065" y="4759682"/>
            <a:ext cx="5050034" cy="4506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636" tIns="46322" rIns="92636" bIns="46322" numCol="1" anchor="t" anchorCtr="0" compatLnSpc="1">
            <a:prstTxWarp prst="textNoShape">
              <a:avLst/>
            </a:prstTxWarp>
          </a:bodyPr>
          <a:lstStyle/>
          <a:p>
            <a:pPr lvl="0"/>
            <a:r>
              <a:rPr lang="ja-JP" altLang="en-US" noProof="0" smtClean="0"/>
              <a:t>マスタ テキストの書式設定</a:t>
            </a:r>
          </a:p>
          <a:p>
            <a:pPr lvl="1"/>
            <a:r>
              <a:rPr lang="ja-JP" altLang="en-US" noProof="0" smtClean="0"/>
              <a:t>第 </a:t>
            </a:r>
            <a:r>
              <a:rPr lang="en-US" altLang="ja-JP" noProof="0" smtClean="0"/>
              <a:t>2 </a:t>
            </a:r>
            <a:r>
              <a:rPr lang="ja-JP" altLang="en-US" noProof="0" smtClean="0"/>
              <a:t>レベル</a:t>
            </a:r>
          </a:p>
          <a:p>
            <a:pPr lvl="2"/>
            <a:r>
              <a:rPr lang="ja-JP" altLang="en-US" noProof="0" smtClean="0"/>
              <a:t>第 </a:t>
            </a:r>
            <a:r>
              <a:rPr lang="en-US" altLang="ja-JP" noProof="0" smtClean="0"/>
              <a:t>3 </a:t>
            </a:r>
            <a:r>
              <a:rPr lang="ja-JP" altLang="en-US" noProof="0" smtClean="0"/>
              <a:t>レベル</a:t>
            </a:r>
          </a:p>
          <a:p>
            <a:pPr lvl="3"/>
            <a:r>
              <a:rPr lang="ja-JP" altLang="en-US" noProof="0" smtClean="0"/>
              <a:t>第 </a:t>
            </a:r>
            <a:r>
              <a:rPr lang="en-US" altLang="ja-JP" noProof="0" smtClean="0"/>
              <a:t>4 </a:t>
            </a:r>
            <a:r>
              <a:rPr lang="ja-JP" altLang="en-US" noProof="0" smtClean="0"/>
              <a:t>レベル</a:t>
            </a:r>
          </a:p>
          <a:p>
            <a:pPr lvl="4"/>
            <a:r>
              <a:rPr lang="ja-JP" altLang="en-US" noProof="0" smtClean="0"/>
              <a:t>第 </a:t>
            </a:r>
            <a:r>
              <a:rPr lang="en-US" altLang="ja-JP" noProof="0" smtClean="0"/>
              <a:t>5 </a:t>
            </a:r>
            <a:r>
              <a:rPr lang="ja-JP" altLang="en-US" noProof="0" smtClean="0"/>
              <a:t>レベル</a:t>
            </a:r>
          </a:p>
        </p:txBody>
      </p:sp>
      <p:sp>
        <p:nvSpPr>
          <p:cNvPr id="20486" name="Rectangle 6"/>
          <p:cNvSpPr>
            <a:spLocks noGrp="1" noChangeArrowheads="1"/>
          </p:cNvSpPr>
          <p:nvPr>
            <p:ph type="ftr" sz="quarter" idx="4"/>
          </p:nvPr>
        </p:nvSpPr>
        <p:spPr bwMode="auto">
          <a:xfrm>
            <a:off x="0" y="9517765"/>
            <a:ext cx="2982139" cy="502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636" tIns="46322" rIns="92636" bIns="46322" numCol="1" anchor="b" anchorCtr="0" compatLnSpc="1">
            <a:prstTxWarp prst="textNoShape">
              <a:avLst/>
            </a:prstTxWarp>
          </a:bodyPr>
          <a:lstStyle>
            <a:lvl1pPr defTabSz="921667" eaLnBrk="1" hangingPunct="1">
              <a:spcBef>
                <a:spcPct val="50000"/>
              </a:spcBef>
              <a:buSzPct val="60000"/>
              <a:buFont typeface="Wingdings" panose="05000000000000000000" pitchFamily="2" charset="2"/>
              <a:buChar char="l"/>
              <a:defRPr b="0" smtClean="0">
                <a:solidFill>
                  <a:srgbClr val="3E6311"/>
                </a:solidFill>
              </a:defRPr>
            </a:lvl1pPr>
          </a:lstStyle>
          <a:p>
            <a:pPr>
              <a:defRPr/>
            </a:pPr>
            <a:endParaRPr lang="en-US" altLang="ja-JP"/>
          </a:p>
        </p:txBody>
      </p:sp>
      <p:sp>
        <p:nvSpPr>
          <p:cNvPr id="20487" name="Rectangle 7"/>
          <p:cNvSpPr>
            <a:spLocks noGrp="1" noChangeArrowheads="1"/>
          </p:cNvSpPr>
          <p:nvPr>
            <p:ph type="sldNum" sz="quarter" idx="5"/>
          </p:nvPr>
        </p:nvSpPr>
        <p:spPr bwMode="auto">
          <a:xfrm>
            <a:off x="3906024" y="9517765"/>
            <a:ext cx="2982139" cy="502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636" tIns="46322" rIns="92636" bIns="46322" numCol="1" anchor="b" anchorCtr="0" compatLnSpc="1">
            <a:prstTxWarp prst="textNoShape">
              <a:avLst/>
            </a:prstTxWarp>
          </a:bodyPr>
          <a:lstStyle>
            <a:lvl1pPr algn="r" defTabSz="921667" eaLnBrk="1" hangingPunct="1">
              <a:spcBef>
                <a:spcPct val="50000"/>
              </a:spcBef>
              <a:buSzPct val="60000"/>
              <a:buFont typeface="Wingdings" panose="05000000000000000000" pitchFamily="2" charset="2"/>
              <a:buChar char="l"/>
              <a:defRPr b="0" smtClean="0">
                <a:solidFill>
                  <a:srgbClr val="3E6311"/>
                </a:solidFill>
              </a:defRPr>
            </a:lvl1pPr>
          </a:lstStyle>
          <a:p>
            <a:pPr>
              <a:defRPr/>
            </a:pPr>
            <a:fld id="{443A7431-17D5-46EC-93B2-4BFE7915B3AA}" type="slidenum">
              <a:rPr lang="en-US" altLang="ja-JP"/>
              <a:pPr>
                <a:defRPr/>
              </a:pPr>
              <a:t>‹#›</a:t>
            </a:fld>
            <a:endParaRPr lang="en-US" altLang="ja-JP"/>
          </a:p>
        </p:txBody>
      </p:sp>
    </p:spTree>
    <p:extLst>
      <p:ext uri="{BB962C8B-B14F-4D97-AF65-F5344CB8AC3E}">
        <p14:creationId xmlns:p14="http://schemas.microsoft.com/office/powerpoint/2010/main" val="24188337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anose="02020600040205080304" pitchFamily="18" charset="-128"/>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anose="02020600040205080304" pitchFamily="18"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anose="02020600040205080304" pitchFamily="18"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anose="02020600040205080304" pitchFamily="18"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anose="02020600040205080304"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a:defRPr/>
            </a:pPr>
            <a:fld id="{443A7431-17D5-46EC-93B2-4BFE7915B3AA}" type="slidenum">
              <a:rPr lang="en-US" altLang="ja-JP" smtClean="0"/>
              <a:pPr>
                <a:defRPr/>
              </a:pPr>
              <a:t>1</a:t>
            </a:fld>
            <a:endParaRPr lang="en-US" altLang="ja-JP"/>
          </a:p>
        </p:txBody>
      </p:sp>
    </p:spTree>
    <p:extLst>
      <p:ext uri="{BB962C8B-B14F-4D97-AF65-F5344CB8AC3E}">
        <p14:creationId xmlns:p14="http://schemas.microsoft.com/office/powerpoint/2010/main" val="803963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a:defRPr/>
            </a:pPr>
            <a:fld id="{443A7431-17D5-46EC-93B2-4BFE7915B3AA}" type="slidenum">
              <a:rPr lang="en-US" altLang="ja-JP" smtClean="0"/>
              <a:pPr>
                <a:defRPr/>
              </a:pPr>
              <a:t>2</a:t>
            </a:fld>
            <a:endParaRPr lang="en-US" altLang="ja-JP"/>
          </a:p>
        </p:txBody>
      </p:sp>
    </p:spTree>
    <p:extLst>
      <p:ext uri="{BB962C8B-B14F-4D97-AF65-F5344CB8AC3E}">
        <p14:creationId xmlns:p14="http://schemas.microsoft.com/office/powerpoint/2010/main" val="28751911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a:defRPr/>
            </a:pPr>
            <a:fld id="{443A7431-17D5-46EC-93B2-4BFE7915B3AA}" type="slidenum">
              <a:rPr lang="en-US" altLang="ja-JP" smtClean="0"/>
              <a:pPr>
                <a:defRPr/>
              </a:pPr>
              <a:t>3</a:t>
            </a:fld>
            <a:endParaRPr lang="en-US" altLang="ja-JP"/>
          </a:p>
        </p:txBody>
      </p:sp>
    </p:spTree>
    <p:extLst>
      <p:ext uri="{BB962C8B-B14F-4D97-AF65-F5344CB8AC3E}">
        <p14:creationId xmlns:p14="http://schemas.microsoft.com/office/powerpoint/2010/main" val="25189046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a:defRPr/>
            </a:pPr>
            <a:fld id="{443A7431-17D5-46EC-93B2-4BFE7915B3AA}" type="slidenum">
              <a:rPr lang="en-US" altLang="ja-JP" smtClean="0"/>
              <a:pPr>
                <a:defRPr/>
              </a:pPr>
              <a:t>4</a:t>
            </a:fld>
            <a:endParaRPr lang="en-US" altLang="ja-JP"/>
          </a:p>
        </p:txBody>
      </p:sp>
    </p:spTree>
    <p:extLst>
      <p:ext uri="{BB962C8B-B14F-4D97-AF65-F5344CB8AC3E}">
        <p14:creationId xmlns:p14="http://schemas.microsoft.com/office/powerpoint/2010/main" val="10943673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a:defRPr/>
            </a:pPr>
            <a:fld id="{443A7431-17D5-46EC-93B2-4BFE7915B3AA}" type="slidenum">
              <a:rPr lang="en-US" altLang="ja-JP" smtClean="0"/>
              <a:pPr>
                <a:defRPr/>
              </a:pPr>
              <a:t>5</a:t>
            </a:fld>
            <a:endParaRPr lang="en-US" altLang="ja-JP"/>
          </a:p>
        </p:txBody>
      </p:sp>
    </p:spTree>
    <p:extLst>
      <p:ext uri="{BB962C8B-B14F-4D97-AF65-F5344CB8AC3E}">
        <p14:creationId xmlns:p14="http://schemas.microsoft.com/office/powerpoint/2010/main" val="10151106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a:defRPr/>
            </a:pPr>
            <a:fld id="{443A7431-17D5-46EC-93B2-4BFE7915B3AA}" type="slidenum">
              <a:rPr lang="en-US" altLang="ja-JP" smtClean="0"/>
              <a:pPr>
                <a:defRPr/>
              </a:pPr>
              <a:t>6</a:t>
            </a:fld>
            <a:endParaRPr lang="en-US" altLang="ja-JP"/>
          </a:p>
        </p:txBody>
      </p:sp>
    </p:spTree>
    <p:extLst>
      <p:ext uri="{BB962C8B-B14F-4D97-AF65-F5344CB8AC3E}">
        <p14:creationId xmlns:p14="http://schemas.microsoft.com/office/powerpoint/2010/main" val="3891610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a:defRPr/>
            </a:pPr>
            <a:fld id="{443A7431-17D5-46EC-93B2-4BFE7915B3AA}" type="slidenum">
              <a:rPr lang="en-US" altLang="ja-JP" smtClean="0"/>
              <a:pPr>
                <a:defRPr/>
              </a:pPr>
              <a:t>7</a:t>
            </a:fld>
            <a:endParaRPr lang="en-US" altLang="ja-JP"/>
          </a:p>
        </p:txBody>
      </p:sp>
    </p:spTree>
    <p:extLst>
      <p:ext uri="{BB962C8B-B14F-4D97-AF65-F5344CB8AC3E}">
        <p14:creationId xmlns:p14="http://schemas.microsoft.com/office/powerpoint/2010/main" val="7101284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a:defRPr/>
            </a:pPr>
            <a:fld id="{443A7431-17D5-46EC-93B2-4BFE7915B3AA}" type="slidenum">
              <a:rPr lang="en-US" altLang="ja-JP" smtClean="0"/>
              <a:pPr>
                <a:defRPr/>
              </a:pPr>
              <a:t>8</a:t>
            </a:fld>
            <a:endParaRPr lang="en-US" altLang="ja-JP"/>
          </a:p>
        </p:txBody>
      </p:sp>
    </p:spTree>
    <p:extLst>
      <p:ext uri="{BB962C8B-B14F-4D97-AF65-F5344CB8AC3E}">
        <p14:creationId xmlns:p14="http://schemas.microsoft.com/office/powerpoint/2010/main" val="27485450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a:defRPr/>
            </a:pPr>
            <a:fld id="{443A7431-17D5-46EC-93B2-4BFE7915B3AA}" type="slidenum">
              <a:rPr lang="en-US" altLang="ja-JP" smtClean="0"/>
              <a:pPr>
                <a:defRPr/>
              </a:pPr>
              <a:t>9</a:t>
            </a:fld>
            <a:endParaRPr lang="en-US" altLang="ja-JP"/>
          </a:p>
        </p:txBody>
      </p:sp>
    </p:spTree>
    <p:extLst>
      <p:ext uri="{BB962C8B-B14F-4D97-AF65-F5344CB8AC3E}">
        <p14:creationId xmlns:p14="http://schemas.microsoft.com/office/powerpoint/2010/main" val="23355629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a:defRPr/>
            </a:pPr>
            <a:fld id="{443A7431-17D5-46EC-93B2-4BFE7915B3AA}" type="slidenum">
              <a:rPr lang="en-US" altLang="ja-JP" smtClean="0"/>
              <a:pPr>
                <a:defRPr/>
              </a:pPr>
              <a:t>10</a:t>
            </a:fld>
            <a:endParaRPr lang="en-US" altLang="ja-JP"/>
          </a:p>
        </p:txBody>
      </p:sp>
    </p:spTree>
    <p:extLst>
      <p:ext uri="{BB962C8B-B14F-4D97-AF65-F5344CB8AC3E}">
        <p14:creationId xmlns:p14="http://schemas.microsoft.com/office/powerpoint/2010/main" val="13101636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4" name="Text Box 1028"/>
          <p:cNvSpPr txBox="1">
            <a:spLocks noChangeArrowheads="1"/>
          </p:cNvSpPr>
          <p:nvPr userDrawn="1"/>
        </p:nvSpPr>
        <p:spPr bwMode="auto">
          <a:xfrm>
            <a:off x="704528" y="6564313"/>
            <a:ext cx="1187450" cy="24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nchorCtr="1"/>
          <a:lstStyle>
            <a:lvl1pPr>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1pPr>
            <a:lvl2pPr marL="742950" indent="-28575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2pPr>
            <a:lvl3pPr marL="11430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3pPr>
            <a:lvl4pPr marL="16002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4pPr>
            <a:lvl5pPr marL="20574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5pPr>
            <a:lvl6pPr marL="25146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6pPr>
            <a:lvl7pPr marL="29718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7pPr>
            <a:lvl8pPr marL="34290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8pPr>
            <a:lvl9pPr marL="38862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9pPr>
          </a:lstStyle>
          <a:p>
            <a:pPr algn="l" eaLnBrk="1" hangingPunct="1">
              <a:spcBef>
                <a:spcPct val="50000"/>
              </a:spcBef>
            </a:pPr>
            <a:r>
              <a:rPr lang="en-US" altLang="ja-JP" sz="1000" b="0" dirty="0" smtClean="0"/>
              <a:t>CC-BY 2.1 JP</a:t>
            </a:r>
            <a:endParaRPr lang="en-US" altLang="ja-JP" sz="1000" b="0" dirty="0"/>
          </a:p>
        </p:txBody>
      </p:sp>
      <p:sp>
        <p:nvSpPr>
          <p:cNvPr id="5" name="Rectangle 1029"/>
          <p:cNvSpPr>
            <a:spLocks noChangeArrowheads="1"/>
          </p:cNvSpPr>
          <p:nvPr userDrawn="1"/>
        </p:nvSpPr>
        <p:spPr bwMode="auto">
          <a:xfrm>
            <a:off x="-1588" y="1058267"/>
            <a:ext cx="9909176" cy="111125"/>
          </a:xfrm>
          <a:prstGeom prst="rect">
            <a:avLst/>
          </a:prstGeom>
          <a:solidFill>
            <a:srgbClr val="3366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1pPr>
            <a:lvl2pPr marL="742950" indent="-28575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2pPr>
            <a:lvl3pPr marL="11430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3pPr>
            <a:lvl4pPr marL="16002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4pPr>
            <a:lvl5pPr marL="20574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5pPr>
            <a:lvl6pPr marL="25146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6pPr>
            <a:lvl7pPr marL="29718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7pPr>
            <a:lvl8pPr marL="34290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8pPr>
            <a:lvl9pPr marL="38862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9pPr>
          </a:lstStyle>
          <a:p>
            <a:pPr eaLnBrk="1" hangingPunct="1"/>
            <a:endParaRPr lang="ja-JP" altLang="en-US"/>
          </a:p>
        </p:txBody>
      </p:sp>
      <p:sp>
        <p:nvSpPr>
          <p:cNvPr id="6" name="Rectangle 1030"/>
          <p:cNvSpPr>
            <a:spLocks noChangeArrowheads="1"/>
          </p:cNvSpPr>
          <p:nvPr userDrawn="1"/>
        </p:nvSpPr>
        <p:spPr bwMode="auto">
          <a:xfrm>
            <a:off x="-4763" y="6402388"/>
            <a:ext cx="9912351"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1pPr>
            <a:lvl2pPr marL="742950" indent="-28575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2pPr>
            <a:lvl3pPr marL="11430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3pPr>
            <a:lvl4pPr marL="16002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4pPr>
            <a:lvl5pPr marL="20574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5pPr>
            <a:lvl6pPr marL="25146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6pPr>
            <a:lvl7pPr marL="29718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7pPr>
            <a:lvl8pPr marL="34290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8pPr>
            <a:lvl9pPr marL="38862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9pPr>
          </a:lstStyle>
          <a:p>
            <a:pPr eaLnBrk="1" hangingPunct="1">
              <a:spcBef>
                <a:spcPct val="50000"/>
              </a:spcBef>
              <a:buFont typeface="Wingdings" panose="05000000000000000000" pitchFamily="2" charset="2"/>
              <a:buChar char="l"/>
            </a:pPr>
            <a:endParaRPr lang="ja-JP" altLang="ja-JP" b="0">
              <a:solidFill>
                <a:srgbClr val="3E6311"/>
              </a:solidFill>
            </a:endParaRPr>
          </a:p>
        </p:txBody>
      </p:sp>
      <p:sp>
        <p:nvSpPr>
          <p:cNvPr id="7" name="Rectangle 1031"/>
          <p:cNvSpPr>
            <a:spLocks noChangeArrowheads="1"/>
          </p:cNvSpPr>
          <p:nvPr userDrawn="1"/>
        </p:nvSpPr>
        <p:spPr bwMode="auto">
          <a:xfrm>
            <a:off x="-1588" y="6324600"/>
            <a:ext cx="9909176" cy="76200"/>
          </a:xfrm>
          <a:prstGeom prst="rect">
            <a:avLst/>
          </a:prstGeom>
          <a:solidFill>
            <a:srgbClr val="3366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1pPr>
            <a:lvl2pPr marL="742950" indent="-28575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2pPr>
            <a:lvl3pPr marL="11430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3pPr>
            <a:lvl4pPr marL="16002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4pPr>
            <a:lvl5pPr marL="20574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5pPr>
            <a:lvl6pPr marL="25146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6pPr>
            <a:lvl7pPr marL="29718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7pPr>
            <a:lvl8pPr marL="34290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8pPr>
            <a:lvl9pPr marL="38862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9pPr>
          </a:lstStyle>
          <a:p>
            <a:pPr eaLnBrk="1" hangingPunct="1"/>
            <a:endParaRPr lang="ja-JP" altLang="en-US"/>
          </a:p>
        </p:txBody>
      </p:sp>
      <p:sp>
        <p:nvSpPr>
          <p:cNvPr id="8" name="Rectangle 1033"/>
          <p:cNvSpPr>
            <a:spLocks noChangeArrowheads="1"/>
          </p:cNvSpPr>
          <p:nvPr userDrawn="1"/>
        </p:nvSpPr>
        <p:spPr bwMode="auto">
          <a:xfrm>
            <a:off x="3003550" y="6629400"/>
            <a:ext cx="2717800" cy="214313"/>
          </a:xfrm>
          <a:prstGeom prst="rect">
            <a:avLst/>
          </a:prstGeom>
          <a:noFill/>
          <a:ln>
            <a:noFill/>
          </a:ln>
          <a:effectLst/>
          <a:extLst>
            <a:ext uri="{909E8E84-426E-40DD-AFC4-6F175D3DCCD1}">
              <a14:hiddenFill xmlns:a14="http://schemas.microsoft.com/office/drawing/2010/main">
                <a:solidFill>
                  <a:srgbClr val="D6F2B4"/>
                </a:solidFill>
              </a14:hiddenFill>
            </a:ext>
            <a:ext uri="{91240B29-F687-4F45-9708-019B960494DF}">
              <a14:hiddenLine xmlns:a14="http://schemas.microsoft.com/office/drawing/2010/main" w="9525">
                <a:solidFill>
                  <a:srgbClr val="3E631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1pPr>
            <a:lvl2pPr marL="742950" indent="-28575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2pPr>
            <a:lvl3pPr marL="11430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3pPr>
            <a:lvl4pPr marL="16002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4pPr>
            <a:lvl5pPr marL="20574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5pPr>
            <a:lvl6pPr marL="25146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6pPr>
            <a:lvl7pPr marL="29718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7pPr>
            <a:lvl8pPr marL="34290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8pPr>
            <a:lvl9pPr marL="38862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9pPr>
          </a:lstStyle>
          <a:p>
            <a:pPr eaLnBrk="1" hangingPunct="1">
              <a:spcBef>
                <a:spcPct val="50000"/>
              </a:spcBef>
            </a:pPr>
            <a:r>
              <a:rPr kumimoji="0" lang="en-US" altLang="ja-JP" sz="800" b="0" dirty="0"/>
              <a:t>Copyright© Sumihiro Kagawa All rights reserved.</a:t>
            </a:r>
          </a:p>
        </p:txBody>
      </p:sp>
      <p:sp>
        <p:nvSpPr>
          <p:cNvPr id="43011" name="Rectangle 3"/>
          <p:cNvSpPr>
            <a:spLocks noGrp="1" noChangeArrowheads="1"/>
          </p:cNvSpPr>
          <p:nvPr>
            <p:ph type="ctrTitle"/>
          </p:nvPr>
        </p:nvSpPr>
        <p:spPr>
          <a:xfrm>
            <a:off x="247650" y="1220192"/>
            <a:ext cx="9248775" cy="1169988"/>
          </a:xfrm>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0" indent="0">
              <a:defRPr sz="2800" b="0">
                <a:solidFill>
                  <a:srgbClr val="000000"/>
                </a:solidFill>
                <a:latin typeface="HGP創英角ｺﾞｼｯｸUB" panose="020B0900000000000000" pitchFamily="50" charset="-128"/>
                <a:ea typeface="HGP創英角ｺﾞｼｯｸUB" panose="020B0900000000000000" pitchFamily="50" charset="-128"/>
              </a:defRPr>
            </a:lvl1pPr>
          </a:lstStyle>
          <a:p>
            <a:pPr lvl="0"/>
            <a:endParaRPr lang="ja-JP" altLang="ja-JP" noProof="0" smtClean="0"/>
          </a:p>
        </p:txBody>
      </p:sp>
      <p:sp>
        <p:nvSpPr>
          <p:cNvPr id="43012" name="Rectangle 4"/>
          <p:cNvSpPr>
            <a:spLocks noGrp="1" noChangeArrowheads="1"/>
          </p:cNvSpPr>
          <p:nvPr>
            <p:ph type="subTitle" idx="1"/>
          </p:nvPr>
        </p:nvSpPr>
        <p:spPr>
          <a:xfrm>
            <a:off x="247650" y="548680"/>
            <a:ext cx="7016750" cy="488950"/>
          </a:xfrm>
          <a:extLst>
            <a:ext uri="{91240B29-F687-4F45-9708-019B960494DF}">
              <a14:hiddenLine xmlns:a14="http://schemas.microsoft.com/office/drawing/2010/main" w="9525">
                <a:solidFill>
                  <a:schemeClr val="tx1"/>
                </a:solidFill>
                <a:miter lim="800000"/>
                <a:headEnd/>
                <a:tailEnd/>
              </a14:hiddenLine>
            </a:ext>
          </a:extLst>
        </p:spPr>
        <p:txBody>
          <a:bodyPr anchor="b"/>
          <a:lstStyle>
            <a:lvl1pPr marL="0" indent="0">
              <a:buFont typeface="Monotype Sorts" pitchFamily="2" charset="2"/>
              <a:buNone/>
              <a:defRPr sz="1600" b="1">
                <a:solidFill>
                  <a:srgbClr val="000000"/>
                </a:solidFill>
                <a:latin typeface="メイリオ" panose="020B0604030504040204" pitchFamily="50" charset="-128"/>
                <a:ea typeface="メイリオ" panose="020B0604030504040204" pitchFamily="50" charset="-128"/>
                <a:cs typeface="メイリオ" panose="020B0604030504040204" pitchFamily="50" charset="-128"/>
              </a:defRPr>
            </a:lvl1pPr>
          </a:lstStyle>
          <a:p>
            <a:pPr lvl="0"/>
            <a:r>
              <a:rPr lang="ja-JP" altLang="en-US" noProof="0" smtClean="0"/>
              <a:t>マスター サブタイトルの書式設定</a:t>
            </a:r>
          </a:p>
        </p:txBody>
      </p:sp>
      <p:sp>
        <p:nvSpPr>
          <p:cNvPr id="9" name="Rectangle 2"/>
          <p:cNvSpPr>
            <a:spLocks noGrp="1" noChangeArrowheads="1"/>
          </p:cNvSpPr>
          <p:nvPr>
            <p:ph type="ftr" sz="quarter" idx="10"/>
          </p:nvPr>
        </p:nvSpPr>
        <p:spPr bwMode="auto">
          <a:xfrm>
            <a:off x="6438900" y="6477000"/>
            <a:ext cx="3467100" cy="381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1" compatLnSpc="1">
            <a:prstTxWarp prst="textNoShape">
              <a:avLst/>
            </a:prstTxWarp>
          </a:bodyPr>
          <a:lstStyle>
            <a:lvl1pPr algn="r" eaLnBrk="1" hangingPunct="1">
              <a:spcBef>
                <a:spcPct val="50000"/>
              </a:spcBef>
              <a:buSzTx/>
              <a:buFontTx/>
              <a:buNone/>
              <a:tabLst>
                <a:tab pos="2763838" algn="ctr"/>
              </a:tabLst>
              <a:defRPr b="0" smtClean="0">
                <a:solidFill>
                  <a:srgbClr val="010000"/>
                </a:solidFill>
              </a:defRPr>
            </a:lvl1pPr>
          </a:lstStyle>
          <a:p>
            <a:pPr>
              <a:defRPr/>
            </a:pPr>
            <a:fld id="{68D43F93-DC6E-4AE5-A74E-95EB49A61A79}" type="slidenum">
              <a:rPr lang="en-US" altLang="ja-JP" smtClean="0"/>
              <a:pPr>
                <a:defRPr/>
              </a:pPr>
              <a:t>‹#›</a:t>
            </a:fld>
            <a:endParaRPr lang="en-US" altLang="ja-JP" dirty="0"/>
          </a:p>
        </p:txBody>
      </p:sp>
      <p:pic>
        <p:nvPicPr>
          <p:cNvPr id="2" name="図 1"/>
          <p:cNvPicPr>
            <a:picLocks noChangeAspect="1"/>
          </p:cNvPicPr>
          <p:nvPr userDrawn="1"/>
        </p:nvPicPr>
        <p:blipFill>
          <a:blip r:embed="rId2"/>
          <a:stretch>
            <a:fillRect/>
          </a:stretch>
        </p:blipFill>
        <p:spPr>
          <a:xfrm>
            <a:off x="82154" y="6533295"/>
            <a:ext cx="767159" cy="268410"/>
          </a:xfrm>
          <a:prstGeom prst="rect">
            <a:avLst/>
          </a:prstGeom>
        </p:spPr>
      </p:pic>
    </p:spTree>
    <p:extLst>
      <p:ext uri="{BB962C8B-B14F-4D97-AF65-F5344CB8AC3E}">
        <p14:creationId xmlns:p14="http://schemas.microsoft.com/office/powerpoint/2010/main" val="1246641503"/>
      </p:ext>
    </p:extLst>
  </p:cSld>
  <p:clrMapOvr>
    <a:masterClrMapping/>
  </p:clrMapOvr>
  <p:transition/>
  <p:timing>
    <p:tnLst>
      <p:par>
        <p:cTn id="1" dur="indefinite" restart="never" nodeType="tmRoot"/>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コンテンツ プレースホルダー 2"/>
          <p:cNvSpPr>
            <a:spLocks noGrp="1"/>
          </p:cNvSpPr>
          <p:nvPr>
            <p:ph idx="1"/>
          </p:nvPr>
        </p:nvSpPr>
        <p:spPr/>
        <p:txBody>
          <a:bodyPr/>
          <a:lstStyle/>
          <a:p>
            <a:pPr lvl="0"/>
            <a:r>
              <a:rPr lang="ja-JP" altLang="en-US" dirty="0" smtClean="0"/>
              <a:t>マスター テキストの書式設定</a:t>
            </a:r>
          </a:p>
          <a:p>
            <a:pPr lvl="1"/>
            <a:r>
              <a:rPr lang="ja-JP" altLang="en-US" dirty="0" smtClean="0"/>
              <a:t>第 </a:t>
            </a:r>
            <a:r>
              <a:rPr lang="en-US" altLang="ja-JP" dirty="0" smtClean="0"/>
              <a:t>2 </a:t>
            </a:r>
            <a:r>
              <a:rPr lang="ja-JP" altLang="en-US" dirty="0" smtClean="0"/>
              <a:t>レベル</a:t>
            </a:r>
          </a:p>
          <a:p>
            <a:pPr lvl="2"/>
            <a:r>
              <a:rPr lang="ja-JP" altLang="en-US" dirty="0" smtClean="0"/>
              <a:t>第 </a:t>
            </a:r>
            <a:r>
              <a:rPr lang="en-US" altLang="ja-JP" dirty="0" smtClean="0"/>
              <a:t>3 </a:t>
            </a:r>
            <a:r>
              <a:rPr lang="ja-JP" altLang="en-US" dirty="0" smtClean="0"/>
              <a:t>レベル</a:t>
            </a:r>
          </a:p>
          <a:p>
            <a:pPr lvl="3"/>
            <a:r>
              <a:rPr lang="ja-JP" altLang="en-US" dirty="0" smtClean="0"/>
              <a:t>第 </a:t>
            </a:r>
            <a:r>
              <a:rPr lang="en-US" altLang="ja-JP" dirty="0" smtClean="0"/>
              <a:t>4 </a:t>
            </a:r>
            <a:r>
              <a:rPr lang="ja-JP" altLang="en-US" dirty="0" smtClean="0"/>
              <a:t>レベル</a:t>
            </a:r>
          </a:p>
          <a:p>
            <a:pPr lvl="4"/>
            <a:r>
              <a:rPr lang="ja-JP" altLang="en-US" dirty="0" smtClean="0"/>
              <a:t>第 </a:t>
            </a:r>
            <a:r>
              <a:rPr lang="en-US" altLang="ja-JP" dirty="0" smtClean="0"/>
              <a:t>5 </a:t>
            </a:r>
            <a:r>
              <a:rPr lang="ja-JP" altLang="en-US" dirty="0" smtClean="0"/>
              <a:t>レベル</a:t>
            </a:r>
            <a:endParaRPr lang="ja-JP" altLang="en-US" dirty="0"/>
          </a:p>
        </p:txBody>
      </p:sp>
      <p:sp>
        <p:nvSpPr>
          <p:cNvPr id="4" name="Rectangle 4"/>
          <p:cNvSpPr>
            <a:spLocks noGrp="1" noChangeArrowheads="1"/>
          </p:cNvSpPr>
          <p:nvPr>
            <p:ph type="sldNum" sz="quarter" idx="10"/>
          </p:nvPr>
        </p:nvSpPr>
        <p:spPr>
          <a:ln/>
        </p:spPr>
        <p:txBody>
          <a:bodyPr/>
          <a:lstStyle>
            <a:lvl1pPr>
              <a:defRPr/>
            </a:lvl1pPr>
          </a:lstStyle>
          <a:p>
            <a:pPr>
              <a:defRPr/>
            </a:pPr>
            <a:fld id="{55C9B671-DA52-43A5-A461-2113FA4BBC4F}" type="slidenum">
              <a:rPr lang="en-US" altLang="ja-JP"/>
              <a:pPr>
                <a:defRPr/>
              </a:pPr>
              <a:t>‹#›</a:t>
            </a:fld>
            <a:endParaRPr lang="en-US" altLang="ja-JP"/>
          </a:p>
        </p:txBody>
      </p:sp>
    </p:spTree>
    <p:extLst>
      <p:ext uri="{BB962C8B-B14F-4D97-AF65-F5344CB8AC3E}">
        <p14:creationId xmlns:p14="http://schemas.microsoft.com/office/powerpoint/2010/main" val="1716239144"/>
      </p:ext>
    </p:extLst>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676275" y="1709738"/>
            <a:ext cx="8543925" cy="2852737"/>
          </a:xfrm>
        </p:spPr>
        <p:txBody>
          <a:bodyPr/>
          <a:lstStyle>
            <a:lvl1pPr>
              <a:defRPr sz="5400"/>
            </a:lvl1pPr>
          </a:lstStyle>
          <a:p>
            <a:r>
              <a:rPr lang="ja-JP" altLang="en-US" smtClean="0"/>
              <a:t>マスター タイトルの書式設定</a:t>
            </a:r>
            <a:endParaRPr lang="ja-JP" altLang="en-US"/>
          </a:p>
        </p:txBody>
      </p:sp>
      <p:sp>
        <p:nvSpPr>
          <p:cNvPr id="3" name="テキスト プレースホルダー 2"/>
          <p:cNvSpPr>
            <a:spLocks noGrp="1"/>
          </p:cNvSpPr>
          <p:nvPr>
            <p:ph type="body" idx="1"/>
          </p:nvPr>
        </p:nvSpPr>
        <p:spPr>
          <a:xfrm>
            <a:off x="676275" y="4589463"/>
            <a:ext cx="8543925"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ja-JP" altLang="en-US" smtClean="0"/>
              <a:t>マスター テキストの書式設定</a:t>
            </a:r>
          </a:p>
        </p:txBody>
      </p:sp>
      <p:sp>
        <p:nvSpPr>
          <p:cNvPr id="4" name="Rectangle 4"/>
          <p:cNvSpPr>
            <a:spLocks noGrp="1" noChangeArrowheads="1"/>
          </p:cNvSpPr>
          <p:nvPr>
            <p:ph type="sldNum" sz="quarter" idx="10"/>
          </p:nvPr>
        </p:nvSpPr>
        <p:spPr>
          <a:ln/>
        </p:spPr>
        <p:txBody>
          <a:bodyPr/>
          <a:lstStyle>
            <a:lvl1pPr>
              <a:defRPr/>
            </a:lvl1pPr>
          </a:lstStyle>
          <a:p>
            <a:pPr>
              <a:defRPr/>
            </a:pPr>
            <a:fld id="{7232D6BE-59A8-4ADF-BD3A-B4BF73C9B5A3}" type="slidenum">
              <a:rPr lang="en-US" altLang="ja-JP"/>
              <a:pPr>
                <a:defRPr/>
              </a:pPr>
              <a:t>‹#›</a:t>
            </a:fld>
            <a:endParaRPr lang="en-US" altLang="ja-JP"/>
          </a:p>
        </p:txBody>
      </p:sp>
    </p:spTree>
    <p:extLst>
      <p:ext uri="{BB962C8B-B14F-4D97-AF65-F5344CB8AC3E}">
        <p14:creationId xmlns:p14="http://schemas.microsoft.com/office/powerpoint/2010/main" val="195278085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コンテンツ プレースホルダー 2"/>
          <p:cNvSpPr>
            <a:spLocks noGrp="1"/>
          </p:cNvSpPr>
          <p:nvPr>
            <p:ph sz="half" idx="1"/>
          </p:nvPr>
        </p:nvSpPr>
        <p:spPr>
          <a:xfrm>
            <a:off x="0" y="981075"/>
            <a:ext cx="4900613" cy="5688013"/>
          </a:xfr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コンテンツ プレースホルダー 3"/>
          <p:cNvSpPr>
            <a:spLocks noGrp="1"/>
          </p:cNvSpPr>
          <p:nvPr>
            <p:ph sz="half" idx="2"/>
          </p:nvPr>
        </p:nvSpPr>
        <p:spPr>
          <a:xfrm>
            <a:off x="5053012" y="981075"/>
            <a:ext cx="4846987" cy="5688013"/>
          </a:xfr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Rectangle 4"/>
          <p:cNvSpPr>
            <a:spLocks noGrp="1" noChangeArrowheads="1"/>
          </p:cNvSpPr>
          <p:nvPr>
            <p:ph type="sldNum" sz="quarter" idx="10"/>
          </p:nvPr>
        </p:nvSpPr>
        <p:spPr>
          <a:ln/>
        </p:spPr>
        <p:txBody>
          <a:bodyPr/>
          <a:lstStyle>
            <a:lvl1pPr>
              <a:defRPr/>
            </a:lvl1pPr>
          </a:lstStyle>
          <a:p>
            <a:pPr>
              <a:defRPr/>
            </a:pPr>
            <a:fld id="{FAF53185-0202-4AC5-A7FE-20C99C91A69A}" type="slidenum">
              <a:rPr lang="en-US" altLang="ja-JP"/>
              <a:pPr>
                <a:defRPr/>
              </a:pPr>
              <a:t>‹#›</a:t>
            </a:fld>
            <a:endParaRPr lang="en-US" altLang="ja-JP"/>
          </a:p>
        </p:txBody>
      </p:sp>
    </p:spTree>
    <p:extLst>
      <p:ext uri="{BB962C8B-B14F-4D97-AF65-F5344CB8AC3E}">
        <p14:creationId xmlns:p14="http://schemas.microsoft.com/office/powerpoint/2010/main" val="678460044"/>
      </p:ext>
    </p:extLst>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682625" y="365125"/>
            <a:ext cx="8543925" cy="1325563"/>
          </a:xfrm>
        </p:spPr>
        <p:txBody>
          <a:bodyPr/>
          <a:lstStyle/>
          <a:p>
            <a:r>
              <a:rPr lang="ja-JP" altLang="en-US" smtClean="0"/>
              <a:t>マスター タイトルの書式設定</a:t>
            </a:r>
            <a:endParaRPr lang="ja-JP" altLang="en-US"/>
          </a:p>
        </p:txBody>
      </p:sp>
      <p:sp>
        <p:nvSpPr>
          <p:cNvPr id="3" name="テキスト プレースホルダー 2"/>
          <p:cNvSpPr>
            <a:spLocks noGrp="1"/>
          </p:cNvSpPr>
          <p:nvPr>
            <p:ph type="body" idx="1"/>
          </p:nvPr>
        </p:nvSpPr>
        <p:spPr>
          <a:xfrm>
            <a:off x="682625" y="1681163"/>
            <a:ext cx="41910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4" name="コンテンツ プレースホルダー 3"/>
          <p:cNvSpPr>
            <a:spLocks noGrp="1"/>
          </p:cNvSpPr>
          <p:nvPr>
            <p:ph sz="half" idx="2"/>
          </p:nvPr>
        </p:nvSpPr>
        <p:spPr>
          <a:xfrm>
            <a:off x="682625" y="2505075"/>
            <a:ext cx="4191000" cy="3684588"/>
          </a:xfr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テキスト プレースホルダー 4"/>
          <p:cNvSpPr>
            <a:spLocks noGrp="1"/>
          </p:cNvSpPr>
          <p:nvPr>
            <p:ph type="body" sz="quarter" idx="3"/>
          </p:nvPr>
        </p:nvSpPr>
        <p:spPr>
          <a:xfrm>
            <a:off x="5014913" y="1681163"/>
            <a:ext cx="42116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6" name="コンテンツ プレースホルダー 5"/>
          <p:cNvSpPr>
            <a:spLocks noGrp="1"/>
          </p:cNvSpPr>
          <p:nvPr>
            <p:ph sz="quarter" idx="4"/>
          </p:nvPr>
        </p:nvSpPr>
        <p:spPr>
          <a:xfrm>
            <a:off x="5014913" y="2505075"/>
            <a:ext cx="4211637" cy="3684588"/>
          </a:xfr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7" name="Rectangle 4"/>
          <p:cNvSpPr>
            <a:spLocks noGrp="1" noChangeArrowheads="1"/>
          </p:cNvSpPr>
          <p:nvPr>
            <p:ph type="sldNum" sz="quarter" idx="10"/>
          </p:nvPr>
        </p:nvSpPr>
        <p:spPr>
          <a:ln/>
        </p:spPr>
        <p:txBody>
          <a:bodyPr/>
          <a:lstStyle>
            <a:lvl1pPr>
              <a:defRPr/>
            </a:lvl1pPr>
          </a:lstStyle>
          <a:p>
            <a:pPr>
              <a:defRPr/>
            </a:pPr>
            <a:fld id="{AAB7EDCB-C80A-4DD7-A6DE-ED3E34814012}" type="slidenum">
              <a:rPr lang="en-US" altLang="ja-JP"/>
              <a:pPr>
                <a:defRPr/>
              </a:pPr>
              <a:t>‹#›</a:t>
            </a:fld>
            <a:endParaRPr lang="en-US" altLang="ja-JP"/>
          </a:p>
        </p:txBody>
      </p:sp>
    </p:spTree>
    <p:extLst>
      <p:ext uri="{BB962C8B-B14F-4D97-AF65-F5344CB8AC3E}">
        <p14:creationId xmlns:p14="http://schemas.microsoft.com/office/powerpoint/2010/main" val="340959815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Rectangle 4"/>
          <p:cNvSpPr>
            <a:spLocks noGrp="1" noChangeArrowheads="1"/>
          </p:cNvSpPr>
          <p:nvPr>
            <p:ph type="sldNum" sz="quarter" idx="10"/>
          </p:nvPr>
        </p:nvSpPr>
        <p:spPr>
          <a:ln/>
        </p:spPr>
        <p:txBody>
          <a:bodyPr/>
          <a:lstStyle>
            <a:lvl1pPr>
              <a:defRPr/>
            </a:lvl1pPr>
          </a:lstStyle>
          <a:p>
            <a:pPr>
              <a:defRPr/>
            </a:pPr>
            <a:fld id="{10DCB9D6-97E0-47B8-B982-02B65D8F9347}" type="slidenum">
              <a:rPr lang="en-US" altLang="ja-JP"/>
              <a:pPr>
                <a:defRPr/>
              </a:pPr>
              <a:t>‹#›</a:t>
            </a:fld>
            <a:endParaRPr lang="en-US" altLang="ja-JP"/>
          </a:p>
        </p:txBody>
      </p:sp>
    </p:spTree>
    <p:extLst>
      <p:ext uri="{BB962C8B-B14F-4D97-AF65-F5344CB8AC3E}">
        <p14:creationId xmlns:p14="http://schemas.microsoft.com/office/powerpoint/2010/main" val="365285163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4"/>
          <p:cNvSpPr>
            <a:spLocks noGrp="1" noChangeArrowheads="1"/>
          </p:cNvSpPr>
          <p:nvPr>
            <p:ph type="sldNum" sz="quarter" idx="10"/>
          </p:nvPr>
        </p:nvSpPr>
        <p:spPr>
          <a:ln/>
        </p:spPr>
        <p:txBody>
          <a:bodyPr/>
          <a:lstStyle>
            <a:lvl1pPr>
              <a:defRPr/>
            </a:lvl1pPr>
          </a:lstStyle>
          <a:p>
            <a:pPr>
              <a:defRPr/>
            </a:pPr>
            <a:fld id="{70985DB6-F3F2-413B-BF2F-EBE22E0F24C7}" type="slidenum">
              <a:rPr lang="en-US" altLang="ja-JP"/>
              <a:pPr>
                <a:defRPr/>
              </a:pPr>
              <a:t>‹#›</a:t>
            </a:fld>
            <a:endParaRPr lang="en-US" altLang="ja-JP"/>
          </a:p>
        </p:txBody>
      </p:sp>
    </p:spTree>
    <p:extLst>
      <p:ext uri="{BB962C8B-B14F-4D97-AF65-F5344CB8AC3E}">
        <p14:creationId xmlns:p14="http://schemas.microsoft.com/office/powerpoint/2010/main" val="234994013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82625" y="457200"/>
            <a:ext cx="3194050" cy="1600200"/>
          </a:xfrm>
        </p:spPr>
        <p:txBody>
          <a:bodyPr/>
          <a:lstStyle>
            <a:lvl1pPr>
              <a:defRPr sz="3200"/>
            </a:lvl1pPr>
          </a:lstStyle>
          <a:p>
            <a:r>
              <a:rPr lang="ja-JP" altLang="en-US" smtClean="0"/>
              <a:t>マスター タイトルの書式設定</a:t>
            </a:r>
            <a:endParaRPr lang="ja-JP" altLang="en-US"/>
          </a:p>
        </p:txBody>
      </p:sp>
      <p:sp>
        <p:nvSpPr>
          <p:cNvPr id="3" name="コンテンツ プレースホルダー 2"/>
          <p:cNvSpPr>
            <a:spLocks noGrp="1"/>
          </p:cNvSpPr>
          <p:nvPr>
            <p:ph idx="1"/>
          </p:nvPr>
        </p:nvSpPr>
        <p:spPr>
          <a:xfrm>
            <a:off x="4211638" y="987425"/>
            <a:ext cx="501491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テキスト プレースホルダー 3"/>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smtClean="0"/>
              <a:t>マスター テキストの書式設定</a:t>
            </a:r>
          </a:p>
        </p:txBody>
      </p:sp>
      <p:sp>
        <p:nvSpPr>
          <p:cNvPr id="5" name="Rectangle 4"/>
          <p:cNvSpPr>
            <a:spLocks noGrp="1" noChangeArrowheads="1"/>
          </p:cNvSpPr>
          <p:nvPr>
            <p:ph type="sldNum" sz="quarter" idx="10"/>
          </p:nvPr>
        </p:nvSpPr>
        <p:spPr>
          <a:ln/>
        </p:spPr>
        <p:txBody>
          <a:bodyPr/>
          <a:lstStyle>
            <a:lvl1pPr>
              <a:defRPr/>
            </a:lvl1pPr>
          </a:lstStyle>
          <a:p>
            <a:pPr>
              <a:defRPr/>
            </a:pPr>
            <a:fld id="{E798FA63-17FC-4D2B-8228-56770DF6FE55}" type="slidenum">
              <a:rPr lang="en-US" altLang="ja-JP"/>
              <a:pPr>
                <a:defRPr/>
              </a:pPr>
              <a:t>‹#›</a:t>
            </a:fld>
            <a:endParaRPr lang="en-US" altLang="ja-JP"/>
          </a:p>
        </p:txBody>
      </p:sp>
    </p:spTree>
    <p:extLst>
      <p:ext uri="{BB962C8B-B14F-4D97-AF65-F5344CB8AC3E}">
        <p14:creationId xmlns:p14="http://schemas.microsoft.com/office/powerpoint/2010/main" val="264367367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682625" y="457200"/>
            <a:ext cx="3194050" cy="1600200"/>
          </a:xfrm>
        </p:spPr>
        <p:txBody>
          <a:bodyPr/>
          <a:lstStyle>
            <a:lvl1pPr>
              <a:defRPr sz="3200"/>
            </a:lvl1pPr>
          </a:lstStyle>
          <a:p>
            <a:r>
              <a:rPr lang="ja-JP" altLang="en-US" smtClean="0"/>
              <a:t>マスター タイトルの書式設定</a:t>
            </a:r>
            <a:endParaRPr lang="ja-JP" altLang="en-US"/>
          </a:p>
        </p:txBody>
      </p:sp>
      <p:sp>
        <p:nvSpPr>
          <p:cNvPr id="3" name="図プレースホルダー 2"/>
          <p:cNvSpPr>
            <a:spLocks noGrp="1"/>
          </p:cNvSpPr>
          <p:nvPr>
            <p:ph type="pic" idx="1"/>
          </p:nvPr>
        </p:nvSpPr>
        <p:spPr>
          <a:xfrm>
            <a:off x="4211638" y="987425"/>
            <a:ext cx="501491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smtClean="0"/>
          </a:p>
        </p:txBody>
      </p:sp>
      <p:sp>
        <p:nvSpPr>
          <p:cNvPr id="4" name="テキスト プレースホルダー 3"/>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smtClean="0"/>
              <a:t>マスター テキストの書式設定</a:t>
            </a:r>
          </a:p>
        </p:txBody>
      </p:sp>
      <p:sp>
        <p:nvSpPr>
          <p:cNvPr id="5" name="Rectangle 4"/>
          <p:cNvSpPr>
            <a:spLocks noGrp="1" noChangeArrowheads="1"/>
          </p:cNvSpPr>
          <p:nvPr>
            <p:ph type="sldNum" sz="quarter" idx="10"/>
          </p:nvPr>
        </p:nvSpPr>
        <p:spPr>
          <a:ln/>
        </p:spPr>
        <p:txBody>
          <a:bodyPr/>
          <a:lstStyle>
            <a:lvl1pPr>
              <a:defRPr/>
            </a:lvl1pPr>
          </a:lstStyle>
          <a:p>
            <a:pPr>
              <a:defRPr/>
            </a:pPr>
            <a:fld id="{727F7BAE-3C16-4430-8508-5F668333D516}" type="slidenum">
              <a:rPr lang="en-US" altLang="ja-JP"/>
              <a:pPr>
                <a:defRPr/>
              </a:pPr>
              <a:t>‹#›</a:t>
            </a:fld>
            <a:endParaRPr lang="en-US" altLang="ja-JP"/>
          </a:p>
        </p:txBody>
      </p:sp>
    </p:spTree>
    <p:extLst>
      <p:ext uri="{BB962C8B-B14F-4D97-AF65-F5344CB8AC3E}">
        <p14:creationId xmlns:p14="http://schemas.microsoft.com/office/powerpoint/2010/main" val="2633375493"/>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縦書きテキスト プレースホルダー 2"/>
          <p:cNvSpPr>
            <a:spLocks noGrp="1"/>
          </p:cNvSpPr>
          <p:nvPr>
            <p:ph type="body" orient="vert" idx="1"/>
          </p:nvPr>
        </p:nvSpPr>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4"/>
          <p:cNvSpPr>
            <a:spLocks noGrp="1" noChangeArrowheads="1"/>
          </p:cNvSpPr>
          <p:nvPr>
            <p:ph type="sldNum" sz="quarter" idx="10"/>
          </p:nvPr>
        </p:nvSpPr>
        <p:spPr>
          <a:ln/>
        </p:spPr>
        <p:txBody>
          <a:bodyPr/>
          <a:lstStyle>
            <a:lvl1pPr>
              <a:defRPr/>
            </a:lvl1pPr>
          </a:lstStyle>
          <a:p>
            <a:pPr>
              <a:defRPr/>
            </a:pPr>
            <a:fld id="{CBA2C601-5E55-420C-A669-C5295877FB1B}" type="slidenum">
              <a:rPr lang="en-US" altLang="ja-JP"/>
              <a:pPr>
                <a:defRPr/>
              </a:pPr>
              <a:t>‹#›</a:t>
            </a:fld>
            <a:endParaRPr lang="en-US" altLang="ja-JP"/>
          </a:p>
        </p:txBody>
      </p:sp>
    </p:spTree>
    <p:extLst>
      <p:ext uri="{BB962C8B-B14F-4D97-AF65-F5344CB8AC3E}">
        <p14:creationId xmlns:p14="http://schemas.microsoft.com/office/powerpoint/2010/main" val="3081510537"/>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323138" y="115888"/>
            <a:ext cx="2359025" cy="6553200"/>
          </a:xfrm>
        </p:spPr>
        <p:txBody>
          <a:bodyPr vert="eaVert"/>
          <a:lstStyle/>
          <a:p>
            <a:r>
              <a:rPr lang="ja-JP" altLang="en-US" smtClean="0"/>
              <a:t>マスター タイトルの書式設定</a:t>
            </a:r>
            <a:endParaRPr lang="ja-JP" altLang="en-US"/>
          </a:p>
        </p:txBody>
      </p:sp>
      <p:sp>
        <p:nvSpPr>
          <p:cNvPr id="3" name="縦書きテキスト プレースホルダー 2"/>
          <p:cNvSpPr>
            <a:spLocks noGrp="1"/>
          </p:cNvSpPr>
          <p:nvPr>
            <p:ph type="body" orient="vert" idx="1"/>
          </p:nvPr>
        </p:nvSpPr>
        <p:spPr>
          <a:xfrm>
            <a:off x="242888" y="115888"/>
            <a:ext cx="6927850" cy="6553200"/>
          </a:xfrm>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4"/>
          <p:cNvSpPr>
            <a:spLocks noGrp="1" noChangeArrowheads="1"/>
          </p:cNvSpPr>
          <p:nvPr>
            <p:ph type="sldNum" sz="quarter" idx="10"/>
          </p:nvPr>
        </p:nvSpPr>
        <p:spPr>
          <a:ln/>
        </p:spPr>
        <p:txBody>
          <a:bodyPr/>
          <a:lstStyle>
            <a:lvl1pPr>
              <a:defRPr/>
            </a:lvl1pPr>
          </a:lstStyle>
          <a:p>
            <a:pPr>
              <a:defRPr/>
            </a:pPr>
            <a:fld id="{F337F178-02A0-4AE1-88CF-360671A06C2A}" type="slidenum">
              <a:rPr lang="en-US" altLang="ja-JP"/>
              <a:pPr>
                <a:defRPr/>
              </a:pPr>
              <a:t>‹#›</a:t>
            </a:fld>
            <a:endParaRPr lang="en-US" altLang="ja-JP"/>
          </a:p>
        </p:txBody>
      </p:sp>
    </p:spTree>
    <p:extLst>
      <p:ext uri="{BB962C8B-B14F-4D97-AF65-F5344CB8AC3E}">
        <p14:creationId xmlns:p14="http://schemas.microsoft.com/office/powerpoint/2010/main" val="3249682898"/>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238250" y="1122363"/>
            <a:ext cx="7429500" cy="2387600"/>
          </a:xfrm>
        </p:spPr>
        <p:txBody>
          <a:bodyPr/>
          <a:lstStyle>
            <a:lvl1pPr algn="ctr">
              <a:defRPr sz="6000"/>
            </a:lvl1pPr>
          </a:lstStyle>
          <a:p>
            <a:r>
              <a:rPr lang="ja-JP" altLang="en-US" smtClean="0"/>
              <a:t>マスター タイトルの書式設定</a:t>
            </a:r>
            <a:endParaRPr lang="ja-JP" altLang="en-US"/>
          </a:p>
        </p:txBody>
      </p:sp>
      <p:sp>
        <p:nvSpPr>
          <p:cNvPr id="3" name="サブタイトル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smtClean="0"/>
              <a:t>マスター サブタイトルの書式設定</a:t>
            </a:r>
            <a:endParaRPr lang="ja-JP" altLang="en-US"/>
          </a:p>
        </p:txBody>
      </p:sp>
      <p:sp>
        <p:nvSpPr>
          <p:cNvPr id="4" name="Rectangle 9"/>
          <p:cNvSpPr>
            <a:spLocks noGrp="1" noChangeArrowheads="1"/>
          </p:cNvSpPr>
          <p:nvPr>
            <p:ph type="sldNum" sz="quarter" idx="10"/>
          </p:nvPr>
        </p:nvSpPr>
        <p:spPr>
          <a:ln/>
        </p:spPr>
        <p:txBody>
          <a:bodyPr/>
          <a:lstStyle>
            <a:lvl1pPr>
              <a:defRPr/>
            </a:lvl1pPr>
          </a:lstStyle>
          <a:p>
            <a:pPr>
              <a:defRPr/>
            </a:pPr>
            <a:fld id="{F0D560B6-6F13-430E-9093-DBEF5DC9CE24}" type="slidenum">
              <a:rPr lang="en-US" altLang="ja-JP"/>
              <a:pPr>
                <a:defRPr/>
              </a:pPr>
              <a:t>‹#›</a:t>
            </a:fld>
            <a:endParaRPr lang="en-US" altLang="ja-JP"/>
          </a:p>
        </p:txBody>
      </p:sp>
    </p:spTree>
    <p:extLst>
      <p:ext uri="{BB962C8B-B14F-4D97-AF65-F5344CB8AC3E}">
        <p14:creationId xmlns:p14="http://schemas.microsoft.com/office/powerpoint/2010/main" val="22082315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コンテンツ プレースホルダー 2"/>
          <p:cNvSpPr>
            <a:spLocks noGrp="1"/>
          </p:cNvSpPr>
          <p:nvPr>
            <p:ph idx="1"/>
          </p:nvPr>
        </p:nvSpPr>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9"/>
          <p:cNvSpPr>
            <a:spLocks noGrp="1" noChangeArrowheads="1"/>
          </p:cNvSpPr>
          <p:nvPr>
            <p:ph type="sldNum" sz="quarter" idx="10"/>
          </p:nvPr>
        </p:nvSpPr>
        <p:spPr>
          <a:ln/>
        </p:spPr>
        <p:txBody>
          <a:bodyPr/>
          <a:lstStyle>
            <a:lvl1pPr>
              <a:defRPr/>
            </a:lvl1pPr>
          </a:lstStyle>
          <a:p>
            <a:pPr>
              <a:defRPr/>
            </a:pPr>
            <a:fld id="{F7C27C42-A09F-4869-B385-28434C65D8E5}" type="slidenum">
              <a:rPr lang="en-US" altLang="ja-JP"/>
              <a:pPr>
                <a:defRPr/>
              </a:pPr>
              <a:t>‹#›</a:t>
            </a:fld>
            <a:endParaRPr lang="en-US" altLang="ja-JP"/>
          </a:p>
        </p:txBody>
      </p:sp>
    </p:spTree>
    <p:extLst>
      <p:ext uri="{BB962C8B-B14F-4D97-AF65-F5344CB8AC3E}">
        <p14:creationId xmlns:p14="http://schemas.microsoft.com/office/powerpoint/2010/main" val="42001740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676275" y="1709738"/>
            <a:ext cx="8543925" cy="2852737"/>
          </a:xfrm>
        </p:spPr>
        <p:txBody>
          <a:bodyPr/>
          <a:lstStyle>
            <a:lvl1pPr>
              <a:defRPr sz="6000"/>
            </a:lvl1pPr>
          </a:lstStyle>
          <a:p>
            <a:r>
              <a:rPr lang="ja-JP" altLang="en-US" smtClean="0"/>
              <a:t>マスター タイトルの書式設定</a:t>
            </a:r>
            <a:endParaRPr lang="ja-JP" altLang="en-US"/>
          </a:p>
        </p:txBody>
      </p:sp>
      <p:sp>
        <p:nvSpPr>
          <p:cNvPr id="3" name="テキスト プレースホルダー 2"/>
          <p:cNvSpPr>
            <a:spLocks noGrp="1"/>
          </p:cNvSpPr>
          <p:nvPr>
            <p:ph type="body" idx="1"/>
          </p:nvPr>
        </p:nvSpPr>
        <p:spPr>
          <a:xfrm>
            <a:off x="676275" y="4589463"/>
            <a:ext cx="8543925"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ja-JP" altLang="en-US" smtClean="0"/>
              <a:t>マスター テキストの書式設定</a:t>
            </a:r>
          </a:p>
        </p:txBody>
      </p:sp>
      <p:sp>
        <p:nvSpPr>
          <p:cNvPr id="4" name="Rectangle 9"/>
          <p:cNvSpPr>
            <a:spLocks noGrp="1" noChangeArrowheads="1"/>
          </p:cNvSpPr>
          <p:nvPr>
            <p:ph type="sldNum" sz="quarter" idx="10"/>
          </p:nvPr>
        </p:nvSpPr>
        <p:spPr>
          <a:ln/>
        </p:spPr>
        <p:txBody>
          <a:bodyPr/>
          <a:lstStyle>
            <a:lvl1pPr>
              <a:defRPr/>
            </a:lvl1pPr>
          </a:lstStyle>
          <a:p>
            <a:pPr>
              <a:defRPr/>
            </a:pPr>
            <a:fld id="{9A2FCD69-ACCA-48E5-84B9-A87A52589AA0}" type="slidenum">
              <a:rPr lang="en-US" altLang="ja-JP"/>
              <a:pPr>
                <a:defRPr/>
              </a:pPr>
              <a:t>‹#›</a:t>
            </a:fld>
            <a:endParaRPr lang="en-US" altLang="ja-JP"/>
          </a:p>
        </p:txBody>
      </p:sp>
    </p:spTree>
    <p:extLst>
      <p:ext uri="{BB962C8B-B14F-4D97-AF65-F5344CB8AC3E}">
        <p14:creationId xmlns:p14="http://schemas.microsoft.com/office/powerpoint/2010/main" val="33648183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コンテンツ プレースホルダー 2"/>
          <p:cNvSpPr>
            <a:spLocks noGrp="1"/>
          </p:cNvSpPr>
          <p:nvPr>
            <p:ph sz="half" idx="1"/>
          </p:nvPr>
        </p:nvSpPr>
        <p:spPr>
          <a:xfrm>
            <a:off x="1052513" y="2708275"/>
            <a:ext cx="4238625" cy="3960813"/>
          </a:xfr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コンテンツ プレースホルダー 3"/>
          <p:cNvSpPr>
            <a:spLocks noGrp="1"/>
          </p:cNvSpPr>
          <p:nvPr>
            <p:ph sz="half" idx="2"/>
          </p:nvPr>
        </p:nvSpPr>
        <p:spPr>
          <a:xfrm>
            <a:off x="5443538" y="2708275"/>
            <a:ext cx="4238625" cy="3960813"/>
          </a:xfr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Rectangle 9"/>
          <p:cNvSpPr>
            <a:spLocks noGrp="1" noChangeArrowheads="1"/>
          </p:cNvSpPr>
          <p:nvPr>
            <p:ph type="sldNum" sz="quarter" idx="10"/>
          </p:nvPr>
        </p:nvSpPr>
        <p:spPr>
          <a:ln/>
        </p:spPr>
        <p:txBody>
          <a:bodyPr/>
          <a:lstStyle>
            <a:lvl1pPr>
              <a:defRPr/>
            </a:lvl1pPr>
          </a:lstStyle>
          <a:p>
            <a:pPr>
              <a:defRPr/>
            </a:pPr>
            <a:fld id="{443C191E-24F7-4C7F-921C-2D180F38305D}" type="slidenum">
              <a:rPr lang="en-US" altLang="ja-JP"/>
              <a:pPr>
                <a:defRPr/>
              </a:pPr>
              <a:t>‹#›</a:t>
            </a:fld>
            <a:endParaRPr lang="en-US" altLang="ja-JP"/>
          </a:p>
        </p:txBody>
      </p:sp>
    </p:spTree>
    <p:extLst>
      <p:ext uri="{BB962C8B-B14F-4D97-AF65-F5344CB8AC3E}">
        <p14:creationId xmlns:p14="http://schemas.microsoft.com/office/powerpoint/2010/main" val="12500415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682625" y="365125"/>
            <a:ext cx="8543925" cy="1325563"/>
          </a:xfrm>
        </p:spPr>
        <p:txBody>
          <a:bodyPr/>
          <a:lstStyle/>
          <a:p>
            <a:r>
              <a:rPr lang="ja-JP" altLang="en-US" smtClean="0"/>
              <a:t>マスター タイトルの書式設定</a:t>
            </a:r>
            <a:endParaRPr lang="ja-JP" altLang="en-US"/>
          </a:p>
        </p:txBody>
      </p:sp>
      <p:sp>
        <p:nvSpPr>
          <p:cNvPr id="3" name="テキスト プレースホルダー 2"/>
          <p:cNvSpPr>
            <a:spLocks noGrp="1"/>
          </p:cNvSpPr>
          <p:nvPr>
            <p:ph type="body" idx="1"/>
          </p:nvPr>
        </p:nvSpPr>
        <p:spPr>
          <a:xfrm>
            <a:off x="682625" y="1681163"/>
            <a:ext cx="41910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4" name="コンテンツ プレースホルダー 3"/>
          <p:cNvSpPr>
            <a:spLocks noGrp="1"/>
          </p:cNvSpPr>
          <p:nvPr>
            <p:ph sz="half" idx="2"/>
          </p:nvPr>
        </p:nvSpPr>
        <p:spPr>
          <a:xfrm>
            <a:off x="682625" y="2505075"/>
            <a:ext cx="4191000" cy="3684588"/>
          </a:xfr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テキスト プレースホルダー 4"/>
          <p:cNvSpPr>
            <a:spLocks noGrp="1"/>
          </p:cNvSpPr>
          <p:nvPr>
            <p:ph type="body" sz="quarter" idx="3"/>
          </p:nvPr>
        </p:nvSpPr>
        <p:spPr>
          <a:xfrm>
            <a:off x="5014913" y="1681163"/>
            <a:ext cx="42116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6" name="コンテンツ プレースホルダー 5"/>
          <p:cNvSpPr>
            <a:spLocks noGrp="1"/>
          </p:cNvSpPr>
          <p:nvPr>
            <p:ph sz="quarter" idx="4"/>
          </p:nvPr>
        </p:nvSpPr>
        <p:spPr>
          <a:xfrm>
            <a:off x="5014913" y="2505075"/>
            <a:ext cx="4211637" cy="3684588"/>
          </a:xfr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7" name="Rectangle 9"/>
          <p:cNvSpPr>
            <a:spLocks noGrp="1" noChangeArrowheads="1"/>
          </p:cNvSpPr>
          <p:nvPr>
            <p:ph type="sldNum" sz="quarter" idx="10"/>
          </p:nvPr>
        </p:nvSpPr>
        <p:spPr>
          <a:ln/>
        </p:spPr>
        <p:txBody>
          <a:bodyPr/>
          <a:lstStyle>
            <a:lvl1pPr>
              <a:defRPr/>
            </a:lvl1pPr>
          </a:lstStyle>
          <a:p>
            <a:pPr>
              <a:defRPr/>
            </a:pPr>
            <a:fld id="{3CBF4092-DD0F-41DE-A3F4-732099192927}" type="slidenum">
              <a:rPr lang="en-US" altLang="ja-JP"/>
              <a:pPr>
                <a:defRPr/>
              </a:pPr>
              <a:t>‹#›</a:t>
            </a:fld>
            <a:endParaRPr lang="en-US" altLang="ja-JP"/>
          </a:p>
        </p:txBody>
      </p:sp>
    </p:spTree>
    <p:extLst>
      <p:ext uri="{BB962C8B-B14F-4D97-AF65-F5344CB8AC3E}">
        <p14:creationId xmlns:p14="http://schemas.microsoft.com/office/powerpoint/2010/main" val="27048702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メイリオ" panose="020B0604030504040204" pitchFamily="50" charset="-128"/>
                <a:ea typeface="メイリオ" panose="020B0604030504040204" pitchFamily="50" charset="-128"/>
                <a:cs typeface="メイリオ" panose="020B0604030504040204" pitchFamily="50" charset="-128"/>
              </a:defRPr>
            </a:lvl1pPr>
          </a:lstStyle>
          <a:p>
            <a:r>
              <a:rPr lang="ja-JP" altLang="en-US" smtClean="0"/>
              <a:t>マスター タイトルの書式設定</a:t>
            </a:r>
            <a:endParaRPr lang="ja-JP" altLang="en-US"/>
          </a:p>
        </p:txBody>
      </p:sp>
      <p:sp>
        <p:nvSpPr>
          <p:cNvPr id="3" name="Rectangle 9"/>
          <p:cNvSpPr>
            <a:spLocks noGrp="1" noChangeArrowheads="1"/>
          </p:cNvSpPr>
          <p:nvPr>
            <p:ph type="sldNum" sz="quarter" idx="10"/>
          </p:nvPr>
        </p:nvSpPr>
        <p:spPr>
          <a:ln/>
        </p:spPr>
        <p:txBody>
          <a:bodyPr/>
          <a:lstStyle>
            <a:lvl1pPr>
              <a:defRPr/>
            </a:lvl1pPr>
          </a:lstStyle>
          <a:p>
            <a:pPr>
              <a:defRPr/>
            </a:pPr>
            <a:fld id="{8261625C-9735-48E8-A7CA-E65DC5181C71}" type="slidenum">
              <a:rPr lang="en-US" altLang="ja-JP"/>
              <a:pPr>
                <a:defRPr/>
              </a:pPr>
              <a:t>‹#›</a:t>
            </a:fld>
            <a:endParaRPr lang="en-US" altLang="ja-JP"/>
          </a:p>
        </p:txBody>
      </p:sp>
    </p:spTree>
    <p:extLst>
      <p:ext uri="{BB962C8B-B14F-4D97-AF65-F5344CB8AC3E}">
        <p14:creationId xmlns:p14="http://schemas.microsoft.com/office/powerpoint/2010/main" val="6780884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9"/>
          <p:cNvSpPr>
            <a:spLocks noGrp="1" noChangeArrowheads="1"/>
          </p:cNvSpPr>
          <p:nvPr>
            <p:ph type="sldNum" sz="quarter" idx="10"/>
          </p:nvPr>
        </p:nvSpPr>
        <p:spPr>
          <a:ln/>
        </p:spPr>
        <p:txBody>
          <a:bodyPr/>
          <a:lstStyle>
            <a:lvl1pPr>
              <a:defRPr/>
            </a:lvl1pPr>
          </a:lstStyle>
          <a:p>
            <a:pPr>
              <a:defRPr/>
            </a:pPr>
            <a:fld id="{35F69987-27CD-4724-9129-306898478BBC}" type="slidenum">
              <a:rPr lang="en-US" altLang="ja-JP"/>
              <a:pPr>
                <a:defRPr/>
              </a:pPr>
              <a:t>‹#›</a:t>
            </a:fld>
            <a:endParaRPr lang="en-US" altLang="ja-JP"/>
          </a:p>
        </p:txBody>
      </p:sp>
    </p:spTree>
    <p:extLst>
      <p:ext uri="{BB962C8B-B14F-4D97-AF65-F5344CB8AC3E}">
        <p14:creationId xmlns:p14="http://schemas.microsoft.com/office/powerpoint/2010/main" val="11664376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82625" y="457200"/>
            <a:ext cx="3194050" cy="1600200"/>
          </a:xfrm>
        </p:spPr>
        <p:txBody>
          <a:bodyPr/>
          <a:lstStyle>
            <a:lvl1pPr>
              <a:defRPr sz="3200"/>
            </a:lvl1pPr>
          </a:lstStyle>
          <a:p>
            <a:r>
              <a:rPr lang="ja-JP" altLang="en-US" smtClean="0"/>
              <a:t>マスター タイトルの書式設定</a:t>
            </a:r>
            <a:endParaRPr lang="ja-JP" altLang="en-US"/>
          </a:p>
        </p:txBody>
      </p:sp>
      <p:sp>
        <p:nvSpPr>
          <p:cNvPr id="3" name="コンテンツ プレースホルダー 2"/>
          <p:cNvSpPr>
            <a:spLocks noGrp="1"/>
          </p:cNvSpPr>
          <p:nvPr>
            <p:ph idx="1"/>
          </p:nvPr>
        </p:nvSpPr>
        <p:spPr>
          <a:xfrm>
            <a:off x="4211638" y="987425"/>
            <a:ext cx="501491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テキスト プレースホルダー 3"/>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smtClean="0"/>
              <a:t>マスター テキストの書式設定</a:t>
            </a:r>
          </a:p>
        </p:txBody>
      </p:sp>
      <p:sp>
        <p:nvSpPr>
          <p:cNvPr id="5" name="Rectangle 9"/>
          <p:cNvSpPr>
            <a:spLocks noGrp="1" noChangeArrowheads="1"/>
          </p:cNvSpPr>
          <p:nvPr>
            <p:ph type="sldNum" sz="quarter" idx="10"/>
          </p:nvPr>
        </p:nvSpPr>
        <p:spPr>
          <a:ln/>
        </p:spPr>
        <p:txBody>
          <a:bodyPr/>
          <a:lstStyle>
            <a:lvl1pPr>
              <a:defRPr/>
            </a:lvl1pPr>
          </a:lstStyle>
          <a:p>
            <a:pPr>
              <a:defRPr/>
            </a:pPr>
            <a:fld id="{42AA1AC9-C89B-42ED-BBB6-AF7C4C049329}" type="slidenum">
              <a:rPr lang="en-US" altLang="ja-JP"/>
              <a:pPr>
                <a:defRPr/>
              </a:pPr>
              <a:t>‹#›</a:t>
            </a:fld>
            <a:endParaRPr lang="en-US" altLang="ja-JP"/>
          </a:p>
        </p:txBody>
      </p:sp>
    </p:spTree>
    <p:extLst>
      <p:ext uri="{BB962C8B-B14F-4D97-AF65-F5344CB8AC3E}">
        <p14:creationId xmlns:p14="http://schemas.microsoft.com/office/powerpoint/2010/main" val="5569766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682625" y="457200"/>
            <a:ext cx="3194050" cy="1600200"/>
          </a:xfrm>
        </p:spPr>
        <p:txBody>
          <a:bodyPr/>
          <a:lstStyle>
            <a:lvl1pPr>
              <a:defRPr sz="3200"/>
            </a:lvl1pPr>
          </a:lstStyle>
          <a:p>
            <a:r>
              <a:rPr lang="ja-JP" altLang="en-US" smtClean="0"/>
              <a:t>マスター タイトルの書式設定</a:t>
            </a:r>
            <a:endParaRPr lang="ja-JP" altLang="en-US"/>
          </a:p>
        </p:txBody>
      </p:sp>
      <p:sp>
        <p:nvSpPr>
          <p:cNvPr id="3" name="図プレースホルダー 2"/>
          <p:cNvSpPr>
            <a:spLocks noGrp="1"/>
          </p:cNvSpPr>
          <p:nvPr>
            <p:ph type="pic" idx="1"/>
          </p:nvPr>
        </p:nvSpPr>
        <p:spPr>
          <a:xfrm>
            <a:off x="4211638" y="987425"/>
            <a:ext cx="501491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smtClean="0"/>
          </a:p>
        </p:txBody>
      </p:sp>
      <p:sp>
        <p:nvSpPr>
          <p:cNvPr id="4" name="テキスト プレースホルダー 3"/>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smtClean="0"/>
              <a:t>マスター テキストの書式設定</a:t>
            </a:r>
          </a:p>
        </p:txBody>
      </p:sp>
      <p:sp>
        <p:nvSpPr>
          <p:cNvPr id="5" name="Rectangle 9"/>
          <p:cNvSpPr>
            <a:spLocks noGrp="1" noChangeArrowheads="1"/>
          </p:cNvSpPr>
          <p:nvPr>
            <p:ph type="sldNum" sz="quarter" idx="10"/>
          </p:nvPr>
        </p:nvSpPr>
        <p:spPr>
          <a:ln/>
        </p:spPr>
        <p:txBody>
          <a:bodyPr/>
          <a:lstStyle>
            <a:lvl1pPr>
              <a:defRPr/>
            </a:lvl1pPr>
          </a:lstStyle>
          <a:p>
            <a:pPr>
              <a:defRPr/>
            </a:pPr>
            <a:fld id="{B94FCB92-3A9C-471F-BA46-DBE6CAD37EC1}" type="slidenum">
              <a:rPr lang="en-US" altLang="ja-JP"/>
              <a:pPr>
                <a:defRPr/>
              </a:pPr>
              <a:t>‹#›</a:t>
            </a:fld>
            <a:endParaRPr lang="en-US" altLang="ja-JP"/>
          </a:p>
        </p:txBody>
      </p:sp>
    </p:spTree>
    <p:extLst>
      <p:ext uri="{BB962C8B-B14F-4D97-AF65-F5344CB8AC3E}">
        <p14:creationId xmlns:p14="http://schemas.microsoft.com/office/powerpoint/2010/main" val="39750607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縦書きテキスト プレースホルダー 2"/>
          <p:cNvSpPr>
            <a:spLocks noGrp="1"/>
          </p:cNvSpPr>
          <p:nvPr>
            <p:ph type="body" orient="vert" idx="1"/>
          </p:nvPr>
        </p:nvSpPr>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9"/>
          <p:cNvSpPr>
            <a:spLocks noGrp="1" noChangeArrowheads="1"/>
          </p:cNvSpPr>
          <p:nvPr>
            <p:ph type="sldNum" sz="quarter" idx="10"/>
          </p:nvPr>
        </p:nvSpPr>
        <p:spPr>
          <a:ln/>
        </p:spPr>
        <p:txBody>
          <a:bodyPr/>
          <a:lstStyle>
            <a:lvl1pPr>
              <a:defRPr/>
            </a:lvl1pPr>
          </a:lstStyle>
          <a:p>
            <a:pPr>
              <a:defRPr/>
            </a:pPr>
            <a:fld id="{1921B13C-739D-4C87-8981-D580B7D18FD0}" type="slidenum">
              <a:rPr lang="en-US" altLang="ja-JP"/>
              <a:pPr>
                <a:defRPr/>
              </a:pPr>
              <a:t>‹#›</a:t>
            </a:fld>
            <a:endParaRPr lang="en-US" altLang="ja-JP"/>
          </a:p>
        </p:txBody>
      </p:sp>
    </p:spTree>
    <p:extLst>
      <p:ext uri="{BB962C8B-B14F-4D97-AF65-F5344CB8AC3E}">
        <p14:creationId xmlns:p14="http://schemas.microsoft.com/office/powerpoint/2010/main" val="15209652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524750" y="1916113"/>
            <a:ext cx="2157413" cy="4752975"/>
          </a:xfrm>
        </p:spPr>
        <p:txBody>
          <a:bodyPr vert="eaVert"/>
          <a:lstStyle/>
          <a:p>
            <a:r>
              <a:rPr lang="ja-JP" altLang="en-US" smtClean="0"/>
              <a:t>マスター タイトルの書式設定</a:t>
            </a:r>
            <a:endParaRPr lang="ja-JP" altLang="en-US"/>
          </a:p>
        </p:txBody>
      </p:sp>
      <p:sp>
        <p:nvSpPr>
          <p:cNvPr id="3" name="縦書きテキスト プレースホルダー 2"/>
          <p:cNvSpPr>
            <a:spLocks noGrp="1"/>
          </p:cNvSpPr>
          <p:nvPr>
            <p:ph type="body" orient="vert" idx="1"/>
          </p:nvPr>
        </p:nvSpPr>
        <p:spPr>
          <a:xfrm>
            <a:off x="1052513" y="1916113"/>
            <a:ext cx="6319837" cy="4752975"/>
          </a:xfrm>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9"/>
          <p:cNvSpPr>
            <a:spLocks noGrp="1" noChangeArrowheads="1"/>
          </p:cNvSpPr>
          <p:nvPr>
            <p:ph type="sldNum" sz="quarter" idx="10"/>
          </p:nvPr>
        </p:nvSpPr>
        <p:spPr>
          <a:ln/>
        </p:spPr>
        <p:txBody>
          <a:bodyPr/>
          <a:lstStyle>
            <a:lvl1pPr>
              <a:defRPr/>
            </a:lvl1pPr>
          </a:lstStyle>
          <a:p>
            <a:pPr>
              <a:defRPr/>
            </a:pPr>
            <a:fld id="{DBCB0FBC-5F74-4979-94D1-764DE9D0193B}" type="slidenum">
              <a:rPr lang="en-US" altLang="ja-JP"/>
              <a:pPr>
                <a:defRPr/>
              </a:pPr>
              <a:t>‹#›</a:t>
            </a:fld>
            <a:endParaRPr lang="en-US" altLang="ja-JP"/>
          </a:p>
        </p:txBody>
      </p:sp>
    </p:spTree>
    <p:extLst>
      <p:ext uri="{BB962C8B-B14F-4D97-AF65-F5344CB8AC3E}">
        <p14:creationId xmlns:p14="http://schemas.microsoft.com/office/powerpoint/2010/main" val="2874817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4763" y="882650"/>
            <a:ext cx="9912351"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1pPr>
            <a:lvl2pPr marL="742950" indent="-28575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2pPr>
            <a:lvl3pPr marL="11430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3pPr>
            <a:lvl4pPr marL="16002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4pPr>
            <a:lvl5pPr marL="20574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5pPr>
            <a:lvl6pPr marL="25146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6pPr>
            <a:lvl7pPr marL="29718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7pPr>
            <a:lvl8pPr marL="34290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8pPr>
            <a:lvl9pPr marL="38862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9pPr>
          </a:lstStyle>
          <a:p>
            <a:pPr eaLnBrk="1" hangingPunct="1">
              <a:spcBef>
                <a:spcPct val="50000"/>
              </a:spcBef>
            </a:pPr>
            <a:endParaRPr lang="ja-JP" altLang="ja-JP" b="0">
              <a:solidFill>
                <a:srgbClr val="3E6311"/>
              </a:solidFill>
            </a:endParaRPr>
          </a:p>
        </p:txBody>
      </p:sp>
      <p:sp>
        <p:nvSpPr>
          <p:cNvPr id="41987" name="Rectangle 3"/>
          <p:cNvSpPr>
            <a:spLocks noGrp="1" noChangeArrowheads="1"/>
          </p:cNvSpPr>
          <p:nvPr>
            <p:ph type="body" idx="1"/>
          </p:nvPr>
        </p:nvSpPr>
        <p:spPr bwMode="auto">
          <a:xfrm>
            <a:off x="0" y="908050"/>
            <a:ext cx="9899650" cy="5724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dirty="0" smtClean="0"/>
              <a:t>マスタ テストの書式設定</a:t>
            </a:r>
          </a:p>
          <a:p>
            <a:pPr lvl="1"/>
            <a:r>
              <a:rPr lang="ja-JP" altLang="en-US" dirty="0" smtClean="0"/>
              <a:t>第 </a:t>
            </a:r>
            <a:r>
              <a:rPr lang="en-US" altLang="ja-JP" dirty="0" smtClean="0"/>
              <a:t>2 </a:t>
            </a:r>
            <a:r>
              <a:rPr lang="ja-JP" altLang="en-US" dirty="0" smtClean="0"/>
              <a:t>レベル</a:t>
            </a:r>
          </a:p>
          <a:p>
            <a:pPr lvl="2"/>
            <a:r>
              <a:rPr lang="ja-JP" altLang="en-US" dirty="0" smtClean="0"/>
              <a:t>第 </a:t>
            </a:r>
            <a:r>
              <a:rPr lang="en-US" altLang="ja-JP" dirty="0" smtClean="0"/>
              <a:t>3 </a:t>
            </a:r>
            <a:r>
              <a:rPr lang="ja-JP" altLang="en-US" dirty="0" smtClean="0"/>
              <a:t>レベル</a:t>
            </a:r>
          </a:p>
          <a:p>
            <a:pPr lvl="3"/>
            <a:r>
              <a:rPr lang="ja-JP" altLang="en-US" dirty="0" smtClean="0"/>
              <a:t>第 </a:t>
            </a:r>
            <a:r>
              <a:rPr lang="en-US" altLang="ja-JP" dirty="0" smtClean="0"/>
              <a:t>4 </a:t>
            </a:r>
            <a:r>
              <a:rPr lang="ja-JP" altLang="en-US" dirty="0" smtClean="0"/>
              <a:t>レベル</a:t>
            </a:r>
          </a:p>
          <a:p>
            <a:pPr lvl="4"/>
            <a:r>
              <a:rPr lang="ja-JP" altLang="en-US" dirty="0" smtClean="0"/>
              <a:t>第 </a:t>
            </a:r>
            <a:r>
              <a:rPr lang="en-US" altLang="ja-JP" dirty="0" smtClean="0"/>
              <a:t>5 </a:t>
            </a:r>
            <a:r>
              <a:rPr lang="ja-JP" altLang="en-US" dirty="0" smtClean="0"/>
              <a:t>レベル</a:t>
            </a:r>
          </a:p>
        </p:txBody>
      </p:sp>
      <p:sp>
        <p:nvSpPr>
          <p:cNvPr id="41988" name="Rectangle 4"/>
          <p:cNvSpPr>
            <a:spLocks noGrp="1" noChangeArrowheads="1"/>
          </p:cNvSpPr>
          <p:nvPr>
            <p:ph type="sldNum" sz="quarter" idx="4"/>
          </p:nvPr>
        </p:nvSpPr>
        <p:spPr bwMode="auto">
          <a:xfrm>
            <a:off x="7842250" y="6669088"/>
            <a:ext cx="2063750" cy="188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1" hangingPunct="1">
              <a:spcBef>
                <a:spcPct val="50000"/>
              </a:spcBef>
              <a:buSzTx/>
              <a:buFontTx/>
              <a:buNone/>
              <a:defRPr sz="900" b="0" smtClean="0"/>
            </a:lvl1pPr>
          </a:lstStyle>
          <a:p>
            <a:pPr>
              <a:defRPr/>
            </a:pPr>
            <a:fld id="{68D43F93-DC6E-4AE5-A74E-95EB49A61A79}" type="slidenum">
              <a:rPr lang="en-US" altLang="ja-JP"/>
              <a:pPr>
                <a:defRPr/>
              </a:pPr>
              <a:t>‹#›</a:t>
            </a:fld>
            <a:endParaRPr lang="en-US" altLang="ja-JP" dirty="0"/>
          </a:p>
        </p:txBody>
      </p:sp>
      <p:sp>
        <p:nvSpPr>
          <p:cNvPr id="1029" name="Rectangle 5"/>
          <p:cNvSpPr>
            <a:spLocks noGrp="1" noChangeArrowheads="1"/>
          </p:cNvSpPr>
          <p:nvPr>
            <p:ph type="title"/>
          </p:nvPr>
        </p:nvSpPr>
        <p:spPr bwMode="auto">
          <a:xfrm>
            <a:off x="0" y="115888"/>
            <a:ext cx="9899650" cy="684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ja-JP" altLang="en-US" smtClean="0"/>
              <a:t>マスター タイトルの書式設定</a:t>
            </a:r>
          </a:p>
        </p:txBody>
      </p:sp>
      <p:sp>
        <p:nvSpPr>
          <p:cNvPr id="1030" name="Rectangle 7"/>
          <p:cNvSpPr>
            <a:spLocks noChangeArrowheads="1"/>
          </p:cNvSpPr>
          <p:nvPr/>
        </p:nvSpPr>
        <p:spPr bwMode="auto">
          <a:xfrm>
            <a:off x="-1588" y="804863"/>
            <a:ext cx="9909176" cy="76200"/>
          </a:xfrm>
          <a:prstGeom prst="rect">
            <a:avLst/>
          </a:prstGeom>
          <a:solidFill>
            <a:srgbClr val="3366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1pPr>
            <a:lvl2pPr marL="742950" indent="-28575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2pPr>
            <a:lvl3pPr marL="11430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3pPr>
            <a:lvl4pPr marL="16002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4pPr>
            <a:lvl5pPr marL="20574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5pPr>
            <a:lvl6pPr marL="25146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6pPr>
            <a:lvl7pPr marL="29718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7pPr>
            <a:lvl8pPr marL="34290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8pPr>
            <a:lvl9pPr marL="38862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9pPr>
          </a:lstStyle>
          <a:p>
            <a:pPr eaLnBrk="1" hangingPunct="1"/>
            <a:endParaRPr lang="ja-JP" altLang="en-US"/>
          </a:p>
        </p:txBody>
      </p:sp>
      <p:sp>
        <p:nvSpPr>
          <p:cNvPr id="1031" name="Rectangle 8"/>
          <p:cNvSpPr>
            <a:spLocks noChangeArrowheads="1"/>
          </p:cNvSpPr>
          <p:nvPr/>
        </p:nvSpPr>
        <p:spPr bwMode="auto">
          <a:xfrm>
            <a:off x="1424608" y="6657976"/>
            <a:ext cx="2413138" cy="180000"/>
          </a:xfrm>
          <a:prstGeom prst="rect">
            <a:avLst/>
          </a:prstGeom>
          <a:noFill/>
          <a:ln>
            <a:noFill/>
          </a:ln>
          <a:effectLst/>
          <a:extLst>
            <a:ext uri="{909E8E84-426E-40DD-AFC4-6F175D3DCCD1}">
              <a14:hiddenFill xmlns:a14="http://schemas.microsoft.com/office/drawing/2010/main">
                <a:solidFill>
                  <a:srgbClr val="D6F2B4"/>
                </a:solidFill>
              </a14:hiddenFill>
            </a:ext>
            <a:ext uri="{91240B29-F687-4F45-9708-019B960494DF}">
              <a14:hiddenLine xmlns:a14="http://schemas.microsoft.com/office/drawing/2010/main" w="9525">
                <a:solidFill>
                  <a:srgbClr val="3E631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1pPr>
            <a:lvl2pPr marL="742950" indent="-28575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2pPr>
            <a:lvl3pPr marL="11430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3pPr>
            <a:lvl4pPr marL="16002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4pPr>
            <a:lvl5pPr marL="20574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5pPr>
            <a:lvl6pPr marL="25146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6pPr>
            <a:lvl7pPr marL="29718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7pPr>
            <a:lvl8pPr marL="34290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8pPr>
            <a:lvl9pPr marL="38862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9pPr>
          </a:lstStyle>
          <a:p>
            <a:pPr eaLnBrk="1" hangingPunct="1">
              <a:spcBef>
                <a:spcPct val="50000"/>
              </a:spcBef>
            </a:pPr>
            <a:r>
              <a:rPr kumimoji="0" lang="en-US" altLang="ja-JP" sz="700" b="0" dirty="0"/>
              <a:t>Copyright© Sumihiro Kagawa All rights reserved.</a:t>
            </a:r>
          </a:p>
        </p:txBody>
      </p:sp>
      <p:sp>
        <p:nvSpPr>
          <p:cNvPr id="1032" name="Text Box 10"/>
          <p:cNvSpPr txBox="1">
            <a:spLocks noChangeArrowheads="1"/>
          </p:cNvSpPr>
          <p:nvPr/>
        </p:nvSpPr>
        <p:spPr bwMode="auto">
          <a:xfrm>
            <a:off x="387352" y="6708775"/>
            <a:ext cx="1187450" cy="10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nchorCtr="1"/>
          <a:lstStyle>
            <a:lvl1pPr>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1pPr>
            <a:lvl2pPr marL="742950" indent="-28575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2pPr>
            <a:lvl3pPr marL="11430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3pPr>
            <a:lvl4pPr marL="16002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4pPr>
            <a:lvl5pPr marL="20574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5pPr>
            <a:lvl6pPr marL="25146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6pPr>
            <a:lvl7pPr marL="29718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7pPr>
            <a:lvl8pPr marL="34290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8pPr>
            <a:lvl9pPr marL="38862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9pPr>
          </a:lstStyle>
          <a:p>
            <a:pPr algn="l" eaLnBrk="1" hangingPunct="1">
              <a:spcBef>
                <a:spcPct val="50000"/>
              </a:spcBef>
            </a:pPr>
            <a:r>
              <a:rPr lang="en-US" altLang="ja-JP" sz="1000" b="0" dirty="0" smtClean="0"/>
              <a:t>CC-BY 2.1 JP</a:t>
            </a:r>
            <a:endParaRPr lang="en-US" altLang="ja-JP" sz="1000" b="0" dirty="0"/>
          </a:p>
        </p:txBody>
      </p:sp>
      <p:pic>
        <p:nvPicPr>
          <p:cNvPr id="9" name="図 8"/>
          <p:cNvPicPr>
            <a:picLocks noChangeAspect="1"/>
          </p:cNvPicPr>
          <p:nvPr userDrawn="1"/>
        </p:nvPicPr>
        <p:blipFill>
          <a:blip r:embed="rId13"/>
          <a:stretch>
            <a:fillRect/>
          </a:stretch>
        </p:blipFill>
        <p:spPr>
          <a:xfrm>
            <a:off x="55687" y="6665894"/>
            <a:ext cx="504825" cy="176626"/>
          </a:xfrm>
          <a:prstGeom prst="rect">
            <a:avLst/>
          </a:prstGeom>
        </p:spPr>
      </p:pic>
    </p:spTree>
  </p:cSld>
  <p:clrMap bg1="lt1" tx1="dk1" bg2="lt2" tx2="dk2" accent1="accent1" accent2="accent2" accent3="accent3" accent4="accent4" accent5="accent5" accent6="accent6" hlink="hlink" folHlink="folHlink"/>
  <p:sldLayoutIdLst>
    <p:sldLayoutId id="2147483729"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transition/>
  <p:timing>
    <p:tnLst>
      <p:par>
        <p:cTn id="1" dur="indefinite" restart="never" nodeType="tmRoot"/>
      </p:par>
    </p:tnLst>
  </p:timing>
  <p:hf hdr="0" ftr="0" dt="0"/>
  <p:txStyles>
    <p:titleStyle>
      <a:lvl1pPr marL="355600" indent="-355600" algn="l" rtl="0" eaLnBrk="0" fontAlgn="base" hangingPunct="0">
        <a:spcBef>
          <a:spcPct val="0"/>
        </a:spcBef>
        <a:spcAft>
          <a:spcPct val="0"/>
        </a:spcAft>
        <a:defRPr sz="2000" kern="1200">
          <a:solidFill>
            <a:schemeClr val="tx1"/>
          </a:solidFill>
          <a:latin typeface="HGP創英角ｺﾞｼｯｸUB" panose="020B0900000000000000" pitchFamily="50" charset="-128"/>
          <a:ea typeface="HGP創英角ｺﾞｼｯｸUB" panose="020B0900000000000000" pitchFamily="50" charset="-128"/>
          <a:cs typeface="メイリオ" panose="020B0604030504040204" pitchFamily="50" charset="-128"/>
        </a:defRPr>
      </a:lvl1pPr>
      <a:lvl2pPr marL="355600" indent="-355600" algn="l" rtl="0" eaLnBrk="0" fontAlgn="base" hangingPunct="0">
        <a:spcBef>
          <a:spcPct val="0"/>
        </a:spcBef>
        <a:spcAft>
          <a:spcPct val="0"/>
        </a:spcAft>
        <a:defRPr sz="2000">
          <a:solidFill>
            <a:schemeClr val="tx1"/>
          </a:solidFill>
          <a:latin typeface="HGP創英角ｺﾞｼｯｸUB" panose="020B0900000000000000" pitchFamily="50" charset="-128"/>
          <a:ea typeface="HGP創英角ｺﾞｼｯｸUB" panose="020B0900000000000000" pitchFamily="50" charset="-128"/>
          <a:cs typeface="メイリオ" panose="020B0604030504040204" pitchFamily="50" charset="-128"/>
        </a:defRPr>
      </a:lvl2pPr>
      <a:lvl3pPr marL="355600" indent="-355600" algn="l" rtl="0" eaLnBrk="0" fontAlgn="base" hangingPunct="0">
        <a:spcBef>
          <a:spcPct val="0"/>
        </a:spcBef>
        <a:spcAft>
          <a:spcPct val="0"/>
        </a:spcAft>
        <a:defRPr sz="2000">
          <a:solidFill>
            <a:schemeClr val="tx1"/>
          </a:solidFill>
          <a:latin typeface="HGP創英角ｺﾞｼｯｸUB" panose="020B0900000000000000" pitchFamily="50" charset="-128"/>
          <a:ea typeface="HGP創英角ｺﾞｼｯｸUB" panose="020B0900000000000000" pitchFamily="50" charset="-128"/>
          <a:cs typeface="メイリオ" panose="020B0604030504040204" pitchFamily="50" charset="-128"/>
        </a:defRPr>
      </a:lvl3pPr>
      <a:lvl4pPr marL="355600" indent="-355600" algn="l" rtl="0" eaLnBrk="0" fontAlgn="base" hangingPunct="0">
        <a:spcBef>
          <a:spcPct val="0"/>
        </a:spcBef>
        <a:spcAft>
          <a:spcPct val="0"/>
        </a:spcAft>
        <a:defRPr sz="2000">
          <a:solidFill>
            <a:schemeClr val="tx1"/>
          </a:solidFill>
          <a:latin typeface="HGP創英角ｺﾞｼｯｸUB" panose="020B0900000000000000" pitchFamily="50" charset="-128"/>
          <a:ea typeface="HGP創英角ｺﾞｼｯｸUB" panose="020B0900000000000000" pitchFamily="50" charset="-128"/>
          <a:cs typeface="メイリオ" panose="020B0604030504040204" pitchFamily="50" charset="-128"/>
        </a:defRPr>
      </a:lvl4pPr>
      <a:lvl5pPr marL="355600" indent="-355600" algn="l" rtl="0" eaLnBrk="0" fontAlgn="base" hangingPunct="0">
        <a:spcBef>
          <a:spcPct val="0"/>
        </a:spcBef>
        <a:spcAft>
          <a:spcPct val="0"/>
        </a:spcAft>
        <a:defRPr sz="2000">
          <a:solidFill>
            <a:schemeClr val="tx1"/>
          </a:solidFill>
          <a:latin typeface="HGP創英角ｺﾞｼｯｸUB" panose="020B0900000000000000" pitchFamily="50" charset="-128"/>
          <a:ea typeface="HGP創英角ｺﾞｼｯｸUB" panose="020B0900000000000000" pitchFamily="50" charset="-128"/>
          <a:cs typeface="メイリオ" panose="020B0604030504040204" pitchFamily="50" charset="-128"/>
        </a:defRPr>
      </a:lvl5pPr>
      <a:lvl6pPr marL="812800" indent="-355600" algn="l" rtl="0" fontAlgn="base">
        <a:spcBef>
          <a:spcPct val="0"/>
        </a:spcBef>
        <a:spcAft>
          <a:spcPct val="0"/>
        </a:spcAft>
        <a:defRPr sz="2000" b="1">
          <a:solidFill>
            <a:schemeClr val="tx1"/>
          </a:solidFill>
          <a:latin typeface="Verdana" panose="020B0604030504040204" pitchFamily="34" charset="0"/>
          <a:ea typeface="ＭＳ Ｐゴシック" panose="020B0600070205080204" pitchFamily="50" charset="-128"/>
        </a:defRPr>
      </a:lvl6pPr>
      <a:lvl7pPr marL="1270000" indent="-355600" algn="l" rtl="0" fontAlgn="base">
        <a:spcBef>
          <a:spcPct val="0"/>
        </a:spcBef>
        <a:spcAft>
          <a:spcPct val="0"/>
        </a:spcAft>
        <a:defRPr sz="2000" b="1">
          <a:solidFill>
            <a:schemeClr val="tx1"/>
          </a:solidFill>
          <a:latin typeface="Verdana" panose="020B0604030504040204" pitchFamily="34" charset="0"/>
          <a:ea typeface="ＭＳ Ｐゴシック" panose="020B0600070205080204" pitchFamily="50" charset="-128"/>
        </a:defRPr>
      </a:lvl7pPr>
      <a:lvl8pPr marL="1727200" indent="-355600" algn="l" rtl="0" fontAlgn="base">
        <a:spcBef>
          <a:spcPct val="0"/>
        </a:spcBef>
        <a:spcAft>
          <a:spcPct val="0"/>
        </a:spcAft>
        <a:defRPr sz="2000" b="1">
          <a:solidFill>
            <a:schemeClr val="tx1"/>
          </a:solidFill>
          <a:latin typeface="Verdana" panose="020B0604030504040204" pitchFamily="34" charset="0"/>
          <a:ea typeface="ＭＳ Ｐゴシック" panose="020B0600070205080204" pitchFamily="50" charset="-128"/>
        </a:defRPr>
      </a:lvl8pPr>
      <a:lvl9pPr marL="2184400" indent="-355600" algn="l" rtl="0" fontAlgn="base">
        <a:spcBef>
          <a:spcPct val="0"/>
        </a:spcBef>
        <a:spcAft>
          <a:spcPct val="0"/>
        </a:spcAft>
        <a:defRPr sz="2000" b="1">
          <a:solidFill>
            <a:schemeClr val="tx1"/>
          </a:solidFill>
          <a:latin typeface="Verdana" panose="020B0604030504040204" pitchFamily="34" charset="0"/>
          <a:ea typeface="ＭＳ Ｐゴシック" panose="020B0600070205080204" pitchFamily="50" charset="-128"/>
        </a:defRPr>
      </a:lvl9pPr>
    </p:titleStyle>
    <p:bodyStyle>
      <a:lvl1pPr marL="179388" indent="-179388" algn="l" rtl="0" eaLnBrk="0" fontAlgn="base" hangingPunct="0">
        <a:spcBef>
          <a:spcPct val="15000"/>
        </a:spcBef>
        <a:spcAft>
          <a:spcPct val="0"/>
        </a:spcAft>
        <a:buClr>
          <a:srgbClr val="0000CC"/>
        </a:buClr>
        <a:buSzPct val="80000"/>
        <a:buFont typeface="Monotype Sorts" pitchFamily="2" charset="2"/>
        <a:buChar char="n"/>
        <a:defRPr kumimoji="1" sz="16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357188" indent="-85725" algn="l" rtl="0" eaLnBrk="0" fontAlgn="base" hangingPunct="0">
        <a:spcBef>
          <a:spcPct val="15000"/>
        </a:spcBef>
        <a:spcAft>
          <a:spcPct val="0"/>
        </a:spcAft>
        <a:buClr>
          <a:srgbClr val="0000CC"/>
        </a:buClr>
        <a:buSzPct val="80000"/>
        <a:buFont typeface="Times New Roman" panose="02020603050405020304" pitchFamily="18" charset="0"/>
        <a:buChar char="–"/>
        <a:defRPr kumimoji="1" sz="14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714375" indent="-177800" algn="l" rtl="0" eaLnBrk="0" fontAlgn="base" hangingPunct="0">
        <a:spcBef>
          <a:spcPct val="15000"/>
        </a:spcBef>
        <a:spcAft>
          <a:spcPct val="0"/>
        </a:spcAft>
        <a:buClr>
          <a:srgbClr val="0000CC"/>
        </a:buClr>
        <a:buSzPct val="80000"/>
        <a:buFont typeface="Monotype Sorts" pitchFamily="2" charset="2"/>
        <a:buChar char="n"/>
        <a:defRPr kumimoji="1" sz="12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3pPr>
      <a:lvl4pPr marL="900113" indent="-92075" algn="l" rtl="0" eaLnBrk="0" fontAlgn="base" hangingPunct="0">
        <a:spcBef>
          <a:spcPct val="15000"/>
        </a:spcBef>
        <a:spcAft>
          <a:spcPct val="0"/>
        </a:spcAft>
        <a:buClr>
          <a:srgbClr val="0000CC"/>
        </a:buClr>
        <a:buSzPct val="80000"/>
        <a:buFont typeface="Times New Roman" panose="02020603050405020304" pitchFamily="18" charset="0"/>
        <a:buChar char="–"/>
        <a:defRPr kumimoji="1" sz="11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4pPr>
      <a:lvl5pPr marL="1257300" indent="-177800" algn="l" rtl="0" eaLnBrk="0" fontAlgn="base" hangingPunct="0">
        <a:spcBef>
          <a:spcPct val="15000"/>
        </a:spcBef>
        <a:spcAft>
          <a:spcPct val="0"/>
        </a:spcAft>
        <a:buClr>
          <a:srgbClr val="0000CC"/>
        </a:buClr>
        <a:buSzPct val="80000"/>
        <a:buFont typeface="Monotype Sorts" pitchFamily="2" charset="2"/>
        <a:buChar char="n"/>
        <a:defRPr kumimoji="1" sz="10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1052513" y="1916113"/>
            <a:ext cx="8358187" cy="649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ja-JP" altLang="en-US" smtClean="0"/>
              <a:t>マスタ タイトルの書式設定</a:t>
            </a:r>
          </a:p>
        </p:txBody>
      </p:sp>
      <p:sp>
        <p:nvSpPr>
          <p:cNvPr id="2051" name="Rectangle 7"/>
          <p:cNvSpPr>
            <a:spLocks noChangeArrowheads="1"/>
          </p:cNvSpPr>
          <p:nvPr userDrawn="1"/>
        </p:nvSpPr>
        <p:spPr bwMode="auto">
          <a:xfrm>
            <a:off x="1052513" y="2649538"/>
            <a:ext cx="4678362"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1pPr>
            <a:lvl2pPr marL="742950" indent="-28575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2pPr>
            <a:lvl3pPr marL="11430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3pPr>
            <a:lvl4pPr marL="16002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4pPr>
            <a:lvl5pPr marL="20574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5pPr>
            <a:lvl6pPr marL="25146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6pPr>
            <a:lvl7pPr marL="29718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7pPr>
            <a:lvl8pPr marL="34290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8pPr>
            <a:lvl9pPr marL="38862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9pPr>
          </a:lstStyle>
          <a:p>
            <a:pPr eaLnBrk="1" hangingPunct="1">
              <a:spcBef>
                <a:spcPct val="50000"/>
              </a:spcBef>
            </a:pPr>
            <a:endParaRPr lang="ja-JP" altLang="ja-JP" b="0">
              <a:solidFill>
                <a:srgbClr val="3E6311"/>
              </a:solidFill>
            </a:endParaRPr>
          </a:p>
        </p:txBody>
      </p:sp>
      <p:sp>
        <p:nvSpPr>
          <p:cNvPr id="2052" name="Rectangle 8"/>
          <p:cNvSpPr>
            <a:spLocks noChangeArrowheads="1"/>
          </p:cNvSpPr>
          <p:nvPr userDrawn="1"/>
        </p:nvSpPr>
        <p:spPr bwMode="auto">
          <a:xfrm>
            <a:off x="1055688" y="2565400"/>
            <a:ext cx="3898900" cy="76200"/>
          </a:xfrm>
          <a:prstGeom prst="rect">
            <a:avLst/>
          </a:prstGeom>
          <a:solidFill>
            <a:srgbClr val="3366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1pPr>
            <a:lvl2pPr marL="742950" indent="-28575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2pPr>
            <a:lvl3pPr marL="11430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3pPr>
            <a:lvl4pPr marL="16002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4pPr>
            <a:lvl5pPr marL="20574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5pPr>
            <a:lvl6pPr marL="25146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6pPr>
            <a:lvl7pPr marL="29718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7pPr>
            <a:lvl8pPr marL="34290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8pPr>
            <a:lvl9pPr marL="38862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9pPr>
          </a:lstStyle>
          <a:p>
            <a:pPr eaLnBrk="1" hangingPunct="1"/>
            <a:endParaRPr lang="ja-JP" altLang="en-US"/>
          </a:p>
        </p:txBody>
      </p:sp>
      <p:sp>
        <p:nvSpPr>
          <p:cNvPr id="840713" name="Rectangle 9"/>
          <p:cNvSpPr>
            <a:spLocks noGrp="1" noChangeArrowheads="1"/>
          </p:cNvSpPr>
          <p:nvPr>
            <p:ph type="sldNum" sz="quarter" idx="4"/>
          </p:nvPr>
        </p:nvSpPr>
        <p:spPr bwMode="auto">
          <a:xfrm>
            <a:off x="7842250" y="6669088"/>
            <a:ext cx="2063750" cy="188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1" hangingPunct="1">
              <a:spcBef>
                <a:spcPct val="50000"/>
              </a:spcBef>
              <a:buSzTx/>
              <a:buFontTx/>
              <a:buNone/>
              <a:defRPr sz="900" b="0" smtClean="0"/>
            </a:lvl1pPr>
          </a:lstStyle>
          <a:p>
            <a:pPr>
              <a:defRPr/>
            </a:pPr>
            <a:fld id="{BFEE9A29-787A-4421-BC3B-E7AEF3917B3A}" type="slidenum">
              <a:rPr lang="en-US" altLang="ja-JP"/>
              <a:pPr>
                <a:defRPr/>
              </a:pPr>
              <a:t>‹#›</a:t>
            </a:fld>
            <a:endParaRPr lang="en-US" altLang="ja-JP"/>
          </a:p>
        </p:txBody>
      </p:sp>
      <p:sp>
        <p:nvSpPr>
          <p:cNvPr id="2054" name="Rectangle 10"/>
          <p:cNvSpPr>
            <a:spLocks noChangeArrowheads="1"/>
          </p:cNvSpPr>
          <p:nvPr userDrawn="1"/>
        </p:nvSpPr>
        <p:spPr bwMode="auto">
          <a:xfrm>
            <a:off x="3003550" y="6629400"/>
            <a:ext cx="2717800" cy="214313"/>
          </a:xfrm>
          <a:prstGeom prst="rect">
            <a:avLst/>
          </a:prstGeom>
          <a:noFill/>
          <a:ln>
            <a:noFill/>
          </a:ln>
          <a:effectLst/>
          <a:extLst>
            <a:ext uri="{909E8E84-426E-40DD-AFC4-6F175D3DCCD1}">
              <a14:hiddenFill xmlns:a14="http://schemas.microsoft.com/office/drawing/2010/main">
                <a:solidFill>
                  <a:srgbClr val="D6F2B4"/>
                </a:solidFill>
              </a14:hiddenFill>
            </a:ext>
            <a:ext uri="{91240B29-F687-4F45-9708-019B960494DF}">
              <a14:hiddenLine xmlns:a14="http://schemas.microsoft.com/office/drawing/2010/main" w="9525">
                <a:solidFill>
                  <a:srgbClr val="3E631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1pPr>
            <a:lvl2pPr marL="742950" indent="-28575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2pPr>
            <a:lvl3pPr marL="11430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3pPr>
            <a:lvl4pPr marL="16002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4pPr>
            <a:lvl5pPr marL="20574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5pPr>
            <a:lvl6pPr marL="25146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6pPr>
            <a:lvl7pPr marL="29718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7pPr>
            <a:lvl8pPr marL="34290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8pPr>
            <a:lvl9pPr marL="38862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9pPr>
          </a:lstStyle>
          <a:p>
            <a:pPr eaLnBrk="1" hangingPunct="1">
              <a:spcBef>
                <a:spcPct val="50000"/>
              </a:spcBef>
            </a:pPr>
            <a:r>
              <a:rPr kumimoji="0" lang="en-US" altLang="ja-JP" sz="800" b="0"/>
              <a:t>Copyright© Sumihiro Kagawa All rights reserved.</a:t>
            </a:r>
          </a:p>
        </p:txBody>
      </p:sp>
      <p:sp>
        <p:nvSpPr>
          <p:cNvPr id="2055" name="Text Box 11"/>
          <p:cNvSpPr txBox="1">
            <a:spLocks noChangeArrowheads="1"/>
          </p:cNvSpPr>
          <p:nvPr userDrawn="1"/>
        </p:nvSpPr>
        <p:spPr bwMode="auto">
          <a:xfrm>
            <a:off x="255588" y="6708775"/>
            <a:ext cx="1187450" cy="10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nchorCtr="1"/>
          <a:lstStyle>
            <a:lvl1pPr>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1pPr>
            <a:lvl2pPr marL="742950" indent="-28575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2pPr>
            <a:lvl3pPr marL="11430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3pPr>
            <a:lvl4pPr marL="16002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4pPr>
            <a:lvl5pPr marL="20574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5pPr>
            <a:lvl6pPr marL="25146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6pPr>
            <a:lvl7pPr marL="29718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7pPr>
            <a:lvl8pPr marL="34290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8pPr>
            <a:lvl9pPr marL="38862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9pPr>
          </a:lstStyle>
          <a:p>
            <a:pPr eaLnBrk="1" hangingPunct="1">
              <a:spcBef>
                <a:spcPct val="50000"/>
              </a:spcBef>
            </a:pPr>
            <a:r>
              <a:rPr lang="en-US" altLang="ja-JP" sz="1000" b="0"/>
              <a:t>CONFIDENTIAL</a:t>
            </a:r>
          </a:p>
        </p:txBody>
      </p:sp>
      <p:sp>
        <p:nvSpPr>
          <p:cNvPr id="2056" name="Rectangle 12"/>
          <p:cNvSpPr>
            <a:spLocks noGrp="1" noChangeArrowheads="1"/>
          </p:cNvSpPr>
          <p:nvPr>
            <p:ph type="body" idx="1"/>
          </p:nvPr>
        </p:nvSpPr>
        <p:spPr bwMode="auto">
          <a:xfrm>
            <a:off x="1052513" y="2708275"/>
            <a:ext cx="8629650" cy="3960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smtClean="0"/>
              <a:t>マスタ テストの書式設定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p>
        </p:txBody>
      </p:sp>
    </p:spTree>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timing>
    <p:tnLst>
      <p:par>
        <p:cTn id="1" dur="indefinite" restart="never" nodeType="tmRoot"/>
      </p:par>
    </p:tnLst>
  </p:timing>
  <p:hf hdr="0" ftr="0" dt="0"/>
  <p:txStyles>
    <p:titleStyle>
      <a:lvl1pPr algn="l" rtl="0" eaLnBrk="0" fontAlgn="base" hangingPunct="0">
        <a:spcBef>
          <a:spcPct val="0"/>
        </a:spcBef>
        <a:spcAft>
          <a:spcPct val="0"/>
        </a:spcAft>
        <a:defRPr kumimoji="1" kern="1200">
          <a:solidFill>
            <a:schemeClr val="tx2"/>
          </a:solidFill>
          <a:latin typeface="+mj-lt"/>
          <a:ea typeface="+mj-ea"/>
          <a:cs typeface="+mj-cs"/>
        </a:defRPr>
      </a:lvl1pPr>
      <a:lvl2pPr algn="l" rtl="0" eaLnBrk="0" fontAlgn="base" hangingPunct="0">
        <a:spcBef>
          <a:spcPct val="0"/>
        </a:spcBef>
        <a:spcAft>
          <a:spcPct val="0"/>
        </a:spcAft>
        <a:defRPr kumimoji="1">
          <a:solidFill>
            <a:schemeClr val="tx2"/>
          </a:solidFill>
          <a:latin typeface="Arial" panose="020B0604020202020204" pitchFamily="34" charset="0"/>
          <a:ea typeface="ＭＳ Ｐゴシック" panose="020B0600070205080204" pitchFamily="50" charset="-128"/>
        </a:defRPr>
      </a:lvl2pPr>
      <a:lvl3pPr algn="l" rtl="0" eaLnBrk="0" fontAlgn="base" hangingPunct="0">
        <a:spcBef>
          <a:spcPct val="0"/>
        </a:spcBef>
        <a:spcAft>
          <a:spcPct val="0"/>
        </a:spcAft>
        <a:defRPr kumimoji="1">
          <a:solidFill>
            <a:schemeClr val="tx2"/>
          </a:solidFill>
          <a:latin typeface="Arial" panose="020B0604020202020204" pitchFamily="34" charset="0"/>
          <a:ea typeface="ＭＳ Ｐゴシック" panose="020B0600070205080204" pitchFamily="50" charset="-128"/>
        </a:defRPr>
      </a:lvl3pPr>
      <a:lvl4pPr algn="l" rtl="0" eaLnBrk="0" fontAlgn="base" hangingPunct="0">
        <a:spcBef>
          <a:spcPct val="0"/>
        </a:spcBef>
        <a:spcAft>
          <a:spcPct val="0"/>
        </a:spcAft>
        <a:defRPr kumimoji="1">
          <a:solidFill>
            <a:schemeClr val="tx2"/>
          </a:solidFill>
          <a:latin typeface="Arial" panose="020B0604020202020204" pitchFamily="34" charset="0"/>
          <a:ea typeface="ＭＳ Ｐゴシック" panose="020B0600070205080204" pitchFamily="50" charset="-128"/>
        </a:defRPr>
      </a:lvl4pPr>
      <a:lvl5pPr algn="l" rtl="0" eaLnBrk="0" fontAlgn="base" hangingPunct="0">
        <a:spcBef>
          <a:spcPct val="0"/>
        </a:spcBef>
        <a:spcAft>
          <a:spcPct val="0"/>
        </a:spcAft>
        <a:defRPr kumimoji="1">
          <a:solidFill>
            <a:schemeClr val="tx2"/>
          </a:solidFill>
          <a:latin typeface="Arial" panose="020B0604020202020204" pitchFamily="34" charset="0"/>
          <a:ea typeface="ＭＳ Ｐゴシック" panose="020B0600070205080204" pitchFamily="50" charset="-128"/>
        </a:defRPr>
      </a:lvl5pPr>
      <a:lvl6pPr marL="457200" algn="l" rtl="0" fontAlgn="base">
        <a:spcBef>
          <a:spcPct val="0"/>
        </a:spcBef>
        <a:spcAft>
          <a:spcPct val="0"/>
        </a:spcAft>
        <a:defRPr kumimoji="1">
          <a:solidFill>
            <a:schemeClr val="tx2"/>
          </a:solidFill>
          <a:latin typeface="Arial" panose="020B0604020202020204" pitchFamily="34" charset="0"/>
          <a:ea typeface="ＭＳ Ｐゴシック" panose="020B0600070205080204" pitchFamily="50" charset="-128"/>
        </a:defRPr>
      </a:lvl6pPr>
      <a:lvl7pPr marL="914400" algn="l" rtl="0" fontAlgn="base">
        <a:spcBef>
          <a:spcPct val="0"/>
        </a:spcBef>
        <a:spcAft>
          <a:spcPct val="0"/>
        </a:spcAft>
        <a:defRPr kumimoji="1">
          <a:solidFill>
            <a:schemeClr val="tx2"/>
          </a:solidFill>
          <a:latin typeface="Arial" panose="020B0604020202020204" pitchFamily="34" charset="0"/>
          <a:ea typeface="ＭＳ Ｐゴシック" panose="020B0600070205080204" pitchFamily="50" charset="-128"/>
        </a:defRPr>
      </a:lvl7pPr>
      <a:lvl8pPr marL="1371600" algn="l" rtl="0" fontAlgn="base">
        <a:spcBef>
          <a:spcPct val="0"/>
        </a:spcBef>
        <a:spcAft>
          <a:spcPct val="0"/>
        </a:spcAft>
        <a:defRPr kumimoji="1">
          <a:solidFill>
            <a:schemeClr val="tx2"/>
          </a:solidFill>
          <a:latin typeface="Arial" panose="020B0604020202020204" pitchFamily="34" charset="0"/>
          <a:ea typeface="ＭＳ Ｐゴシック" panose="020B0600070205080204" pitchFamily="50" charset="-128"/>
        </a:defRPr>
      </a:lvl8pPr>
      <a:lvl9pPr marL="1828800" algn="l" rtl="0" fontAlgn="base">
        <a:spcBef>
          <a:spcPct val="0"/>
        </a:spcBef>
        <a:spcAft>
          <a:spcPct val="0"/>
        </a:spcAft>
        <a:defRPr kumimoji="1">
          <a:solidFill>
            <a:schemeClr val="tx2"/>
          </a:solidFill>
          <a:latin typeface="Arial" panose="020B0604020202020204" pitchFamily="34" charset="0"/>
          <a:ea typeface="ＭＳ Ｐゴシック" panose="020B0600070205080204" pitchFamily="50" charset="-128"/>
        </a:defRPr>
      </a:lvl9pPr>
    </p:titleStyle>
    <p:bodyStyle>
      <a:lvl1pPr marL="180975" indent="-180975" algn="l" rtl="0" eaLnBrk="0" fontAlgn="base" hangingPunct="0">
        <a:spcBef>
          <a:spcPct val="20000"/>
        </a:spcBef>
        <a:spcAft>
          <a:spcPct val="0"/>
        </a:spcAft>
        <a:buClr>
          <a:srgbClr val="0000CC"/>
        </a:buClr>
        <a:buSzPct val="80000"/>
        <a:buFont typeface="Wingdings" panose="05000000000000000000" pitchFamily="2" charset="2"/>
        <a:buChar char="n"/>
        <a:defRPr kumimoji="1" sz="1400" kern="1200">
          <a:solidFill>
            <a:schemeClr val="tx1"/>
          </a:solidFill>
          <a:latin typeface="+mn-lt"/>
          <a:ea typeface="+mn-ea"/>
          <a:cs typeface="+mn-cs"/>
        </a:defRPr>
      </a:lvl1pPr>
      <a:lvl2pPr marL="541338" indent="-180975" algn="l" rtl="0" eaLnBrk="0" fontAlgn="base" hangingPunct="0">
        <a:spcBef>
          <a:spcPct val="20000"/>
        </a:spcBef>
        <a:spcAft>
          <a:spcPct val="0"/>
        </a:spcAft>
        <a:buClr>
          <a:srgbClr val="0000CC"/>
        </a:buClr>
        <a:buSzPct val="80000"/>
        <a:buChar char="–"/>
        <a:defRPr kumimoji="1" sz="1200" kern="1200">
          <a:solidFill>
            <a:schemeClr val="tx1"/>
          </a:solidFill>
          <a:latin typeface="+mn-lt"/>
          <a:ea typeface="+mn-ea"/>
          <a:cs typeface="+mn-cs"/>
        </a:defRPr>
      </a:lvl2pPr>
      <a:lvl3pPr marL="901700" indent="-180975" algn="l" rtl="0" eaLnBrk="0" fontAlgn="base" hangingPunct="0">
        <a:spcBef>
          <a:spcPct val="20000"/>
        </a:spcBef>
        <a:spcAft>
          <a:spcPct val="0"/>
        </a:spcAft>
        <a:buClr>
          <a:srgbClr val="0000CC"/>
        </a:buClr>
        <a:buSzPct val="80000"/>
        <a:buFont typeface="Wingdings" panose="05000000000000000000" pitchFamily="2" charset="2"/>
        <a:buChar char="n"/>
        <a:defRPr kumimoji="1" sz="1000" kern="1200">
          <a:solidFill>
            <a:schemeClr val="tx1"/>
          </a:solidFill>
          <a:latin typeface="+mn-lt"/>
          <a:ea typeface="+mn-ea"/>
          <a:cs typeface="+mn-cs"/>
        </a:defRPr>
      </a:lvl3pPr>
      <a:lvl4pPr marL="1250950" indent="-169863" algn="l" rtl="0" eaLnBrk="0" fontAlgn="base" hangingPunct="0">
        <a:spcBef>
          <a:spcPct val="20000"/>
        </a:spcBef>
        <a:spcAft>
          <a:spcPct val="0"/>
        </a:spcAft>
        <a:buClr>
          <a:srgbClr val="0000CC"/>
        </a:buClr>
        <a:buSzPct val="80000"/>
        <a:buChar char="–"/>
        <a:defRPr kumimoji="1" sz="900" kern="1200">
          <a:solidFill>
            <a:schemeClr val="tx1"/>
          </a:solidFill>
          <a:latin typeface="+mn-lt"/>
          <a:ea typeface="+mn-ea"/>
          <a:cs typeface="+mn-cs"/>
        </a:defRPr>
      </a:lvl4pPr>
      <a:lvl5pPr marL="1612900" indent="-182563" algn="l" rtl="0" eaLnBrk="0" fontAlgn="base" hangingPunct="0">
        <a:spcBef>
          <a:spcPct val="20000"/>
        </a:spcBef>
        <a:spcAft>
          <a:spcPct val="0"/>
        </a:spcAft>
        <a:buClr>
          <a:srgbClr val="0000CC"/>
        </a:buClr>
        <a:buSzPct val="80000"/>
        <a:buFont typeface="Wingdings" panose="05000000000000000000" pitchFamily="2" charset="2"/>
        <a:buChar char="n"/>
        <a:defRPr kumimoji="1"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diagramData" Target="../diagrams/data1.xml"/><Relationship Id="rId13" Type="http://schemas.openxmlformats.org/officeDocument/2006/relationships/image" Target="../media/image16.png"/><Relationship Id="rId3" Type="http://schemas.openxmlformats.org/officeDocument/2006/relationships/image" Target="../media/image12.png"/><Relationship Id="rId7" Type="http://schemas.openxmlformats.org/officeDocument/2006/relationships/image" Target="../media/image5.png"/><Relationship Id="rId12"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diagramColors" Target="../diagrams/colors1.xml"/><Relationship Id="rId5" Type="http://schemas.openxmlformats.org/officeDocument/2006/relationships/image" Target="../media/image14.png"/><Relationship Id="rId10" Type="http://schemas.openxmlformats.org/officeDocument/2006/relationships/diagramQuickStyle" Target="../diagrams/quickStyle1.xml"/><Relationship Id="rId4" Type="http://schemas.openxmlformats.org/officeDocument/2006/relationships/image" Target="../media/image13.png"/><Relationship Id="rId9"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image" Target="../media/image17.png"/><Relationship Id="rId7" Type="http://schemas.openxmlformats.org/officeDocument/2006/relationships/image" Target="../media/image20.png"/><Relationship Id="rId12"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diagramColors" Target="../diagrams/colors2.xml"/><Relationship Id="rId5" Type="http://schemas.openxmlformats.org/officeDocument/2006/relationships/image" Target="../media/image19.png"/><Relationship Id="rId10" Type="http://schemas.openxmlformats.org/officeDocument/2006/relationships/diagramQuickStyle" Target="../diagrams/quickStyle2.xml"/><Relationship Id="rId4" Type="http://schemas.openxmlformats.org/officeDocument/2006/relationships/image" Target="../media/image18.png"/><Relationship Id="rId9"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1.jpeg"/><Relationship Id="rId7"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3.png"/><Relationship Id="rId10" Type="http://schemas.openxmlformats.org/officeDocument/2006/relationships/image" Target="../media/image6.png"/><Relationship Id="rId4" Type="http://schemas.openxmlformats.org/officeDocument/2006/relationships/image" Target="../media/image22.png"/><Relationship Id="rId9" Type="http://schemas.openxmlformats.org/officeDocument/2006/relationships/image" Target="../media/image2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noFill/>
        </p:spPr>
        <p:txBody>
          <a:bodyPr anchor="t"/>
          <a:lstStyle/>
          <a:p>
            <a:pPr eaLnBrk="1" hangingPunct="1"/>
            <a:r>
              <a:rPr lang="ja-JP" altLang="en-US" dirty="0" smtClean="0"/>
              <a:t>「</a:t>
            </a:r>
            <a:r>
              <a:rPr lang="en-US" altLang="ja-JP" dirty="0" smtClean="0"/>
              <a:t>KOBE Spots+</a:t>
            </a:r>
            <a:r>
              <a:rPr lang="ja-JP" altLang="en-US" dirty="0" smtClean="0"/>
              <a:t>」企画書</a:t>
            </a:r>
          </a:p>
        </p:txBody>
      </p:sp>
      <p:sp>
        <p:nvSpPr>
          <p:cNvPr id="6147" name="Rectangle 3"/>
          <p:cNvSpPr>
            <a:spLocks noGrp="1" noChangeArrowheads="1"/>
          </p:cNvSpPr>
          <p:nvPr>
            <p:ph type="subTitle" idx="1"/>
          </p:nvPr>
        </p:nvSpPr>
        <p:spPr>
          <a:xfrm>
            <a:off x="247650" y="548680"/>
            <a:ext cx="7369175" cy="488950"/>
          </a:xfrm>
        </p:spPr>
        <p:txBody>
          <a:bodyPr/>
          <a:lstStyle/>
          <a:p>
            <a:pPr eaLnBrk="1" hangingPunct="1"/>
            <a:r>
              <a:rPr lang="en-US" altLang="ja-JP" dirty="0"/>
              <a:t>“data. KOBE × NTT </a:t>
            </a:r>
            <a:r>
              <a:rPr lang="en-US" altLang="ja-JP" dirty="0" err="1" smtClean="0"/>
              <a:t>docomo</a:t>
            </a:r>
            <a:r>
              <a:rPr lang="en-US" altLang="ja-JP" dirty="0" smtClean="0"/>
              <a:t>”</a:t>
            </a:r>
            <a:r>
              <a:rPr lang="ja-JP" altLang="en-US" dirty="0" smtClean="0"/>
              <a:t>アプリコンテスト</a:t>
            </a:r>
            <a:endParaRPr lang="en-US" altLang="ja-JP" dirty="0" smtClean="0"/>
          </a:p>
          <a:p>
            <a:pPr eaLnBrk="1" hangingPunct="1"/>
            <a:r>
              <a:rPr lang="ja-JP" altLang="en-US" dirty="0" smtClean="0"/>
              <a:t>「アイデア部門」応募作品</a:t>
            </a:r>
          </a:p>
        </p:txBody>
      </p:sp>
      <p:sp>
        <p:nvSpPr>
          <p:cNvPr id="6148" name="Text Box 4"/>
          <p:cNvSpPr txBox="1">
            <a:spLocks noChangeArrowheads="1"/>
          </p:cNvSpPr>
          <p:nvPr/>
        </p:nvSpPr>
        <p:spPr bwMode="auto">
          <a:xfrm>
            <a:off x="6176963" y="6100440"/>
            <a:ext cx="3643312"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1pPr>
            <a:lvl2pPr marL="742950" indent="-28575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2pPr>
            <a:lvl3pPr marL="11430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3pPr>
            <a:lvl4pPr marL="16002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4pPr>
            <a:lvl5pPr marL="20574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5pPr>
            <a:lvl6pPr marL="25146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6pPr>
            <a:lvl7pPr marL="29718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7pPr>
            <a:lvl8pPr marL="34290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8pPr>
            <a:lvl9pPr marL="38862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9pPr>
          </a:lstStyle>
          <a:p>
            <a:pPr algn="r" eaLnBrk="1" hangingPunct="1">
              <a:spcBef>
                <a:spcPct val="20000"/>
              </a:spcBef>
              <a:buClr>
                <a:schemeClr val="folHlink"/>
              </a:buClr>
            </a:pPr>
            <a:r>
              <a:rPr kumimoji="0" lang="ja-JP" altLang="en-US" sz="1100" b="0" dirty="0" smtClean="0">
                <a:solidFill>
                  <a:srgbClr val="010000"/>
                </a:solidFill>
                <a:latin typeface="メイリオ" panose="020B0604030504040204" pitchFamily="50" charset="-128"/>
                <a:ea typeface="メイリオ" panose="020B0604030504040204" pitchFamily="50" charset="-128"/>
                <a:cs typeface="メイリオ" panose="020B0604030504040204" pitchFamily="50" charset="-128"/>
              </a:rPr>
              <a:t>応募者：加川 澄廣（かがわ すみひろ）</a:t>
            </a:r>
            <a:endParaRPr kumimoji="0" lang="ja-JP" altLang="en-US" sz="1100" b="0" dirty="0">
              <a:solidFill>
                <a:srgbClr val="010000"/>
              </a:solidFill>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4" name="図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6819" y="1782452"/>
            <a:ext cx="2148149" cy="4480282"/>
          </a:xfrm>
          <a:prstGeom prst="rect">
            <a:avLst/>
          </a:prstGeom>
        </p:spPr>
      </p:pic>
      <p:sp>
        <p:nvSpPr>
          <p:cNvPr id="5" name="正方形/長方形 4"/>
          <p:cNvSpPr/>
          <p:nvPr/>
        </p:nvSpPr>
        <p:spPr bwMode="auto">
          <a:xfrm>
            <a:off x="4736976" y="2564904"/>
            <a:ext cx="4471417" cy="864096"/>
          </a:xfrm>
          <a:prstGeom prst="rect">
            <a:avLst/>
          </a:prstGeom>
          <a:no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101600" marR="0" indent="-101600" algn="l" defTabSz="914400" rtl="0" eaLnBrk="1" fontAlgn="base" latinLnBrk="0" hangingPunct="1">
              <a:lnSpc>
                <a:spcPct val="100000"/>
              </a:lnSpc>
              <a:spcBef>
                <a:spcPct val="5000"/>
              </a:spcBef>
              <a:spcAft>
                <a:spcPct val="0"/>
              </a:spcAft>
              <a:buClrTx/>
              <a:buSzPct val="60000"/>
              <a:buFont typeface="Wingdings" panose="05000000000000000000" pitchFamily="2" charset="2"/>
              <a:buNone/>
              <a:tabLst/>
            </a:pPr>
            <a:r>
              <a:rPr kumimoji="1" lang="en-US" altLang="ja-JP" sz="4800" i="0" u="none" strike="noStrike" cap="none" normalizeH="0" baseline="0" dirty="0" smtClean="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KOBE</a:t>
            </a:r>
            <a:r>
              <a:rPr kumimoji="1" lang="en-US" altLang="ja-JP" sz="4800" i="0" u="none" strike="noStrike" cap="none" normalizeH="0" dirty="0" smtClean="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Spots+</a:t>
            </a:r>
            <a:endParaRPr kumimoji="1" lang="ja-JP" altLang="en-US" sz="4800" i="0" u="none" strike="noStrike" cap="none" normalizeH="0" baseline="0" dirty="0" smtClean="0">
              <a:ln>
                <a:noFill/>
              </a:ln>
              <a:solidFill>
                <a:schemeClr val="tx1"/>
              </a:solidFill>
              <a:effectLst/>
              <a:latin typeface="Tahoma" panose="020B0604030504040204" pitchFamily="34" charset="0"/>
              <a:ea typeface="HG創英角ｺﾞｼｯｸUB" panose="020B0909000000000000" pitchFamily="49" charset="-128"/>
              <a:cs typeface="Tahoma" panose="020B0604030504040204" pitchFamily="34" charset="0"/>
            </a:endParaRPr>
          </a:p>
        </p:txBody>
      </p:sp>
      <p:sp>
        <p:nvSpPr>
          <p:cNvPr id="9" name="正方形/長方形 8"/>
          <p:cNvSpPr/>
          <p:nvPr/>
        </p:nvSpPr>
        <p:spPr bwMode="auto">
          <a:xfrm>
            <a:off x="5169024" y="3462360"/>
            <a:ext cx="4608512" cy="2270895"/>
          </a:xfrm>
          <a:prstGeom prst="rect">
            <a:avLst/>
          </a:prstGeom>
          <a:no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101600" marR="0" indent="-101600" algn="l" defTabSz="914400" rtl="0" eaLnBrk="1" fontAlgn="base" latinLnBrk="0" hangingPunct="1">
              <a:lnSpc>
                <a:spcPct val="100000"/>
              </a:lnSpc>
              <a:spcBef>
                <a:spcPct val="5000"/>
              </a:spcBef>
              <a:spcAft>
                <a:spcPct val="0"/>
              </a:spcAft>
              <a:buClrTx/>
              <a:buSzPct val="60000"/>
              <a:buFont typeface="Wingdings" panose="05000000000000000000" pitchFamily="2" charset="2"/>
              <a:buNone/>
              <a:tabLst/>
            </a:pPr>
            <a:r>
              <a:rPr lang="ja-JP" altLang="en-US" sz="2000" b="0" dirty="0" smtClean="0">
                <a:latin typeface="メイリオ" panose="020B0604030504040204" pitchFamily="50" charset="-128"/>
                <a:ea typeface="メイリオ" panose="020B0604030504040204" pitchFamily="50" charset="-128"/>
                <a:cs typeface="メイリオ" panose="020B0604030504040204" pitchFamily="50" charset="-128"/>
              </a:rPr>
              <a:t>神戸の観光情報と</a:t>
            </a:r>
            <a:endParaRPr lang="en-US" altLang="ja-JP" sz="2000" b="0" dirty="0" smtClean="0">
              <a:latin typeface="メイリオ" panose="020B0604030504040204" pitchFamily="50" charset="-128"/>
              <a:ea typeface="メイリオ" panose="020B0604030504040204" pitchFamily="50" charset="-128"/>
              <a:cs typeface="メイリオ" panose="020B0604030504040204" pitchFamily="50" charset="-128"/>
            </a:endParaRPr>
          </a:p>
          <a:p>
            <a:pPr marL="450850" lvl="1" indent="6350" eaLnBrk="1" hangingPunct="1">
              <a:spcBef>
                <a:spcPct val="5000"/>
              </a:spcBef>
              <a:buSzPct val="60000"/>
              <a:buFont typeface="Wingdings" panose="05000000000000000000" pitchFamily="2" charset="2"/>
              <a:buNone/>
            </a:pPr>
            <a:r>
              <a:rPr lang="ja-JP" altLang="en-US" sz="2000" b="0" dirty="0" smtClean="0">
                <a:latin typeface="メイリオ" panose="020B0604030504040204" pitchFamily="50" charset="-128"/>
                <a:ea typeface="メイリオ" panose="020B0604030504040204" pitchFamily="50" charset="-128"/>
                <a:cs typeface="メイリオ" panose="020B0604030504040204" pitchFamily="50" charset="-128"/>
              </a:rPr>
              <a:t>いざという時の避難支援情報を</a:t>
            </a:r>
            <a:endParaRPr lang="en-US" altLang="ja-JP" sz="2000" b="0" dirty="0" smtClean="0">
              <a:latin typeface="メイリオ" panose="020B0604030504040204" pitchFamily="50" charset="-128"/>
              <a:ea typeface="メイリオ" panose="020B0604030504040204" pitchFamily="50" charset="-128"/>
              <a:cs typeface="メイリオ" panose="020B0604030504040204" pitchFamily="50" charset="-128"/>
            </a:endParaRPr>
          </a:p>
          <a:p>
            <a:pPr marL="1016000" lvl="2" indent="-101600" eaLnBrk="1" hangingPunct="1">
              <a:spcBef>
                <a:spcPct val="5000"/>
              </a:spcBef>
              <a:buSzPct val="60000"/>
              <a:buFont typeface="Wingdings" panose="05000000000000000000" pitchFamily="2" charset="2"/>
              <a:buNone/>
            </a:pPr>
            <a:r>
              <a:rPr lang="ja-JP" altLang="en-US" sz="2000" b="0" dirty="0" smtClean="0">
                <a:latin typeface="メイリオ" panose="020B0604030504040204" pitchFamily="50" charset="-128"/>
                <a:ea typeface="メイリオ" panose="020B0604030504040204" pitchFamily="50" charset="-128"/>
                <a:cs typeface="メイリオ" panose="020B0604030504040204" pitchFamily="50" charset="-128"/>
              </a:rPr>
              <a:t>一つのアプリで手に入れる</a:t>
            </a:r>
            <a:endParaRPr kumimoji="1" lang="ja-JP" altLang="en-US" sz="2000" b="0" i="0" u="none" strike="noStrike" cap="none" normalizeH="0" baseline="0" dirty="0" smtClean="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スライド番号プレースホルダー 3"/>
          <p:cNvSpPr>
            <a:spLocks noGrp="1"/>
          </p:cNvSpPr>
          <p:nvPr>
            <p:ph type="sldNum" sz="quarter" idx="10"/>
          </p:nvPr>
        </p:nvSpPr>
        <p:spPr>
          <a:noFill/>
        </p:spPr>
        <p:txBody>
          <a:bodyPr/>
          <a:lstStyle>
            <a:lvl1pPr>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1pPr>
            <a:lvl2pPr marL="742950" indent="-28575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2pPr>
            <a:lvl3pPr marL="11430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3pPr>
            <a:lvl4pPr marL="16002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4pPr>
            <a:lvl5pPr marL="2057400" indent="-228600">
              <a:spcBef>
                <a:spcPct val="5000"/>
              </a:spcBef>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5pPr>
            <a:lvl6pPr marL="25146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6pPr>
            <a:lvl7pPr marL="29718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7pPr>
            <a:lvl8pPr marL="34290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8pPr>
            <a:lvl9pPr marL="3886200" indent="-228600" eaLnBrk="0" fontAlgn="base" hangingPunct="0">
              <a:spcBef>
                <a:spcPct val="5000"/>
              </a:spcBef>
              <a:spcAft>
                <a:spcPct val="0"/>
              </a:spcAft>
              <a:buSzPct val="60000"/>
              <a:buFont typeface="Wingdings" panose="05000000000000000000" pitchFamily="2" charset="2"/>
              <a:defRPr kumimoji="1" sz="1200" b="1">
                <a:solidFill>
                  <a:schemeClr val="tx1"/>
                </a:solidFill>
                <a:latin typeface="Verdana" panose="020B0604030504040204" pitchFamily="34" charset="0"/>
                <a:ea typeface="ＭＳ Ｐゴシック" panose="020B0600070205080204" pitchFamily="50" charset="-128"/>
              </a:defRPr>
            </a:lvl9pPr>
          </a:lstStyle>
          <a:p>
            <a:pPr>
              <a:spcBef>
                <a:spcPct val="50000"/>
              </a:spcBef>
              <a:buSzTx/>
              <a:buFontTx/>
              <a:buNone/>
            </a:pPr>
            <a:fld id="{A5660C65-14C2-4405-AF41-08AE5B595CAA}" type="slidenum">
              <a:rPr lang="en-US" altLang="ja-JP" sz="900" b="0"/>
              <a:pPr>
                <a:spcBef>
                  <a:spcPct val="50000"/>
                </a:spcBef>
                <a:buSzTx/>
                <a:buFontTx/>
                <a:buNone/>
              </a:pPr>
              <a:t>2</a:t>
            </a:fld>
            <a:endParaRPr lang="en-US" altLang="ja-JP" sz="900" b="0" dirty="0"/>
          </a:p>
        </p:txBody>
      </p:sp>
      <p:sp>
        <p:nvSpPr>
          <p:cNvPr id="7171" name="Rectangle 2"/>
          <p:cNvSpPr>
            <a:spLocks noGrp="1" noChangeArrowheads="1"/>
          </p:cNvSpPr>
          <p:nvPr>
            <p:ph type="title"/>
          </p:nvPr>
        </p:nvSpPr>
        <p:spPr/>
        <p:txBody>
          <a:bodyPr/>
          <a:lstStyle/>
          <a:p>
            <a:pPr eaLnBrk="1" hangingPunct="1"/>
            <a:r>
              <a:rPr lang="ja-JP" altLang="en-US" dirty="0" smtClean="0"/>
              <a:t>背景およ</a:t>
            </a:r>
            <a:r>
              <a:rPr lang="ja-JP" altLang="en-US" dirty="0"/>
              <a:t>び</a:t>
            </a:r>
            <a:r>
              <a:rPr lang="ja-JP" altLang="en-US" dirty="0" smtClean="0"/>
              <a:t>本企画で解決する課題</a:t>
            </a:r>
          </a:p>
        </p:txBody>
      </p:sp>
      <p:sp>
        <p:nvSpPr>
          <p:cNvPr id="7172" name="Rectangle 3"/>
          <p:cNvSpPr>
            <a:spLocks noGrp="1" noChangeArrowheads="1"/>
          </p:cNvSpPr>
          <p:nvPr>
            <p:ph type="body" idx="1"/>
          </p:nvPr>
        </p:nvSpPr>
        <p:spPr>
          <a:xfrm>
            <a:off x="0" y="908052"/>
            <a:ext cx="9899650" cy="2968850"/>
          </a:xfrm>
        </p:spPr>
        <p:txBody>
          <a:bodyPr/>
          <a:lstStyle/>
          <a:p>
            <a:pPr eaLnBrk="1" hangingPunct="1"/>
            <a:r>
              <a:rPr lang="ja-JP" altLang="en-US" dirty="0" smtClean="0"/>
              <a:t>企画の背景</a:t>
            </a:r>
            <a:endParaRPr lang="en-US" altLang="ja-JP" dirty="0" smtClean="0"/>
          </a:p>
          <a:p>
            <a:pPr lvl="1" eaLnBrk="1" hangingPunct="1"/>
            <a:r>
              <a:rPr lang="ja-JP" altLang="en-US" dirty="0" smtClean="0"/>
              <a:t>旅行後に「そんなことをやっていたのか</a:t>
            </a:r>
            <a:r>
              <a:rPr lang="en-US" altLang="ja-JP" dirty="0" smtClean="0"/>
              <a:t>…</a:t>
            </a:r>
            <a:r>
              <a:rPr lang="ja-JP" altLang="en-US" dirty="0" smtClean="0"/>
              <a:t>」という経験を無くすために</a:t>
            </a:r>
            <a:endParaRPr lang="en-US" altLang="ja-JP" dirty="0" smtClean="0"/>
          </a:p>
          <a:p>
            <a:pPr lvl="2" eaLnBrk="1" hangingPunct="1"/>
            <a:r>
              <a:rPr lang="ja-JP" altLang="en-US" dirty="0" smtClean="0"/>
              <a:t>観光にあたっては計画段階で、行き先の情報収集や移動手段の検討を行いますが、旅行当日にどのような催しがあるという情報については、観光客が自らアンテナを張って調べないと分かりません。旅行後に知って「そんなイベントがあったのか」「近くでやっていたのに、</a:t>
            </a:r>
            <a:r>
              <a:rPr lang="ja-JP" altLang="en-US" dirty="0"/>
              <a:t>情報</a:t>
            </a:r>
            <a:r>
              <a:rPr lang="ja-JP" altLang="en-US" dirty="0" smtClean="0"/>
              <a:t>が無かったので行けなかった」という経験をした人も多いはずです。それでは、</a:t>
            </a:r>
            <a:r>
              <a:rPr lang="ja-JP" altLang="en-US" dirty="0"/>
              <a:t>観光客</a:t>
            </a:r>
            <a:r>
              <a:rPr lang="ja-JP" altLang="en-US" dirty="0" smtClean="0"/>
              <a:t>だけでなく観光施設運営側にとっても機会損失となります。本企画では、このような経験をする観光客を減らせるよう、観光施設側から興味を持つ旅行者へタイムリーに情報を提供できる仕組みを検討しました。</a:t>
            </a:r>
            <a:endParaRPr lang="en-US" altLang="ja-JP" dirty="0" smtClean="0"/>
          </a:p>
          <a:p>
            <a:pPr lvl="1" eaLnBrk="1" hangingPunct="1"/>
            <a:r>
              <a:rPr lang="ja-JP" altLang="en-US" dirty="0"/>
              <a:t>旅先</a:t>
            </a:r>
            <a:r>
              <a:rPr lang="ja-JP" altLang="en-US" dirty="0" smtClean="0"/>
              <a:t>で災害に遭遇しても焦らず避難するために</a:t>
            </a:r>
            <a:endParaRPr lang="en-US" altLang="ja-JP" dirty="0" smtClean="0"/>
          </a:p>
          <a:p>
            <a:pPr lvl="2" eaLnBrk="1" hangingPunct="1"/>
            <a:r>
              <a:rPr lang="ja-JP" altLang="en-US" dirty="0" smtClean="0"/>
              <a:t>万が一の災害時には、土地勘があり定期的に避難訓練もできる地元住民とは違い、土地勘のない観光者</a:t>
            </a:r>
            <a:r>
              <a:rPr lang="ja-JP" altLang="en-US" dirty="0"/>
              <a:t>が</a:t>
            </a:r>
            <a:r>
              <a:rPr lang="ja-JP" altLang="en-US" dirty="0" smtClean="0"/>
              <a:t>迅速に避難することは困難です。その一方で、事前に旅先の避難情報を調べる人は少ないのではないでしょうか。</a:t>
            </a:r>
            <a:r>
              <a:rPr lang="en-US" altLang="ja-JP" dirty="0" smtClean="0"/>
              <a:t/>
            </a:r>
            <a:br>
              <a:rPr lang="en-US" altLang="ja-JP" dirty="0" smtClean="0"/>
            </a:br>
            <a:r>
              <a:rPr lang="ja-JP" altLang="en-US" dirty="0" smtClean="0"/>
              <a:t>本企画は、アプリで神戸市での観光を計画をすると同時に、旅先での被災時に避難支援情報を入手できる仕組みを検討しました。</a:t>
            </a:r>
            <a:endParaRPr lang="en-US" altLang="ja-JP" dirty="0" smtClean="0"/>
          </a:p>
          <a:p>
            <a:pPr lvl="4"/>
            <a:endParaRPr lang="en-US" altLang="ja-JP" dirty="0" smtClean="0"/>
          </a:p>
          <a:p>
            <a:pPr eaLnBrk="1" hangingPunct="1"/>
            <a:r>
              <a:rPr lang="ja-JP" altLang="en-US" dirty="0" smtClean="0"/>
              <a:t>解決する課題とその施策</a:t>
            </a:r>
            <a:endParaRPr lang="en-US" altLang="ja-JP" dirty="0" smtClean="0"/>
          </a:p>
          <a:p>
            <a:pPr lvl="1" eaLnBrk="1" hangingPunct="1"/>
            <a:r>
              <a:rPr lang="ja-JP" altLang="en-US" dirty="0" smtClean="0"/>
              <a:t>本</a:t>
            </a:r>
            <a:r>
              <a:rPr lang="ja-JP" altLang="en-US" dirty="0"/>
              <a:t>企画</a:t>
            </a:r>
            <a:r>
              <a:rPr lang="ja-JP" altLang="en-US" dirty="0" smtClean="0"/>
              <a:t>では、以下の観光課題を想定し、本企画のシステムにその施策を盛り込みました。</a:t>
            </a:r>
            <a:endParaRPr lang="en-US" altLang="ja-JP" dirty="0" smtClean="0"/>
          </a:p>
        </p:txBody>
      </p:sp>
      <p:sp>
        <p:nvSpPr>
          <p:cNvPr id="2" name="角丸四角形 1"/>
          <p:cNvSpPr/>
          <p:nvPr/>
        </p:nvSpPr>
        <p:spPr bwMode="auto">
          <a:xfrm>
            <a:off x="632520" y="4198905"/>
            <a:ext cx="2376264" cy="576064"/>
          </a:xfrm>
          <a:prstGeom prst="roundRect">
            <a:avLst/>
          </a:prstGeom>
          <a:solidFill>
            <a:schemeClr val="accent2">
              <a:lumMod val="20000"/>
              <a:lumOff val="80000"/>
            </a:schemeClr>
          </a:solidFill>
          <a:ln w="28575">
            <a:headEnd type="none" w="med" len="med"/>
            <a:tailEnd type="none" w="med" len="med"/>
          </a:ln>
          <a:extLst/>
        </p:spPr>
        <p:style>
          <a:lnRef idx="1">
            <a:schemeClr val="accent2"/>
          </a:lnRef>
          <a:fillRef idx="2">
            <a:schemeClr val="accent2"/>
          </a:fillRef>
          <a:effectRef idx="1">
            <a:schemeClr val="accent2"/>
          </a:effectRef>
          <a:fontRef idx="minor">
            <a:schemeClr val="dk1"/>
          </a:fontRef>
        </p:style>
        <p:txBody>
          <a:bodyPr vert="horz" wrap="square" lIns="90000" tIns="46800" rIns="90000" bIns="46800" numCol="1" rtlCol="0" anchor="ctr" anchorCtr="0" compatLnSpc="1">
            <a:prstTxWarp prst="textNoShape">
              <a:avLst/>
            </a:prstTxWarp>
          </a:bodyPr>
          <a:lstStyle/>
          <a:p>
            <a:pPr marL="0" lvl="1" eaLnBrk="1" hangingPunct="1">
              <a:spcBef>
                <a:spcPct val="5000"/>
              </a:spcBef>
              <a:buSzPct val="60000"/>
            </a:pPr>
            <a:r>
              <a:rPr lang="ja-JP" altLang="en-US" b="0" dirty="0">
                <a:latin typeface="メイリオ" panose="020B0604030504040204" pitchFamily="50" charset="-128"/>
                <a:ea typeface="メイリオ" panose="020B0604030504040204" pitchFamily="50" charset="-128"/>
                <a:cs typeface="メイリオ" panose="020B0604030504040204" pitchFamily="50" charset="-128"/>
              </a:rPr>
              <a:t>観光施設からの</a:t>
            </a: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タイムリーに</a:t>
            </a:r>
            <a:r>
              <a:rPr lang="en-US" altLang="ja-JP" b="0" dirty="0">
                <a:latin typeface="メイリオ" panose="020B0604030504040204" pitchFamily="50" charset="-128"/>
                <a:ea typeface="メイリオ" panose="020B0604030504040204" pitchFamily="50" charset="-128"/>
                <a:cs typeface="メイリオ" panose="020B0604030504040204" pitchFamily="50" charset="-128"/>
              </a:rPr>
              <a:t/>
            </a:r>
            <a:br>
              <a:rPr lang="en-US" altLang="ja-JP" b="0" dirty="0">
                <a:latin typeface="メイリオ" panose="020B0604030504040204" pitchFamily="50" charset="-128"/>
                <a:ea typeface="メイリオ" panose="020B0604030504040204" pitchFamily="50" charset="-128"/>
                <a:cs typeface="メイリオ" panose="020B0604030504040204" pitchFamily="50" charset="-128"/>
              </a:rPr>
            </a:b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情報発信できない</a:t>
            </a:r>
            <a:endParaRPr lang="en-US" altLang="ja-JP" b="0" dirty="0">
              <a:latin typeface="メイリオ" panose="020B0604030504040204" pitchFamily="50" charset="-128"/>
              <a:ea typeface="メイリオ" panose="020B0604030504040204" pitchFamily="50" charset="-128"/>
              <a:cs typeface="メイリオ" panose="020B0604030504040204" pitchFamily="50" charset="-128"/>
            </a:endParaRPr>
          </a:p>
        </p:txBody>
      </p:sp>
      <p:grpSp>
        <p:nvGrpSpPr>
          <p:cNvPr id="8" name="グループ化 7"/>
          <p:cNvGrpSpPr/>
          <p:nvPr/>
        </p:nvGrpSpPr>
        <p:grpSpPr>
          <a:xfrm>
            <a:off x="1420147" y="3860819"/>
            <a:ext cx="801010" cy="272282"/>
            <a:chOff x="4944079" y="5172942"/>
            <a:chExt cx="801010" cy="272282"/>
          </a:xfrm>
        </p:grpSpPr>
        <p:sp>
          <p:nvSpPr>
            <p:cNvPr id="9" name="正方形/長方形 8"/>
            <p:cNvSpPr/>
            <p:nvPr/>
          </p:nvSpPr>
          <p:spPr bwMode="auto">
            <a:xfrm>
              <a:off x="4944079" y="5172942"/>
              <a:ext cx="801010" cy="272282"/>
            </a:xfrm>
            <a:prstGeom prst="rect">
              <a:avLst/>
            </a:prstGeom>
            <a:noFill/>
            <a:ln w="9525" cap="flat" cmpd="sng" algn="ctr">
              <a:noFill/>
              <a:prstDash val="solid"/>
              <a:round/>
              <a:headEnd type="none" w="med" len="med"/>
              <a:tailEnd type="none" w="med" len="med"/>
            </a:ln>
            <a:effectLst/>
            <a:extLst/>
          </p:spPr>
          <p:txBody>
            <a:bodyPr vert="horz" wrap="none" lIns="0" tIns="0" rIns="0" bIns="0" numCol="1" rtlCol="0" anchor="b" anchorCtr="0" compatLnSpc="1">
              <a:prstTxWarp prst="textNoShape">
                <a:avLst/>
              </a:prstTxWarp>
            </a:bodyPr>
            <a:lstStyle/>
            <a:p>
              <a:pPr algn="ctr" eaLnBrk="1" hangingPunct="1">
                <a:spcBef>
                  <a:spcPct val="5000"/>
                </a:spcBef>
                <a:buSzPct val="60000"/>
                <a:buFont typeface="Wingdings" panose="05000000000000000000" pitchFamily="2" charset="2"/>
                <a:buNone/>
              </a:pPr>
              <a:r>
                <a:rPr lang="ja-JP" altLang="en-US" dirty="0" smtClean="0">
                  <a:solidFill>
                    <a:srgbClr val="C00000"/>
                  </a:solidFill>
                  <a:latin typeface="メイリオ" panose="020B0604030504040204" pitchFamily="50" charset="-128"/>
                  <a:ea typeface="メイリオ" panose="020B0604030504040204" pitchFamily="50" charset="-128"/>
                  <a:cs typeface="メイリオ" panose="020B0604030504040204" pitchFamily="50" charset="-128"/>
                </a:rPr>
                <a:t>課題</a:t>
              </a:r>
              <a:endParaRPr lang="ja-JP" altLang="en-US" dirty="0">
                <a:solidFill>
                  <a:srgbClr val="C00000"/>
                </a:solidFill>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4" name="直線コネクタ 3"/>
            <p:cNvCxnSpPr/>
            <p:nvPr/>
          </p:nvCxnSpPr>
          <p:spPr bwMode="auto">
            <a:xfrm>
              <a:off x="4953000" y="5445224"/>
              <a:ext cx="792088" cy="0"/>
            </a:xfrm>
            <a:prstGeom prst="line">
              <a:avLst/>
            </a:prstGeom>
            <a:solidFill>
              <a:srgbClr val="FFFF99"/>
            </a:solidFill>
            <a:ln w="19050"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3" name="角丸四角形 12"/>
          <p:cNvSpPr/>
          <p:nvPr/>
        </p:nvSpPr>
        <p:spPr bwMode="auto">
          <a:xfrm>
            <a:off x="632520" y="5145965"/>
            <a:ext cx="2376264" cy="576064"/>
          </a:xfrm>
          <a:prstGeom prst="roundRect">
            <a:avLst/>
          </a:prstGeom>
          <a:solidFill>
            <a:schemeClr val="accent2">
              <a:lumMod val="20000"/>
              <a:lumOff val="80000"/>
            </a:schemeClr>
          </a:solidFill>
          <a:ln w="28575">
            <a:headEnd type="none" w="med" len="med"/>
            <a:tailEnd type="none" w="med" len="med"/>
          </a:ln>
          <a:extLst/>
        </p:spPr>
        <p:style>
          <a:lnRef idx="1">
            <a:schemeClr val="accent2"/>
          </a:lnRef>
          <a:fillRef idx="2">
            <a:schemeClr val="accent2"/>
          </a:fillRef>
          <a:effectRef idx="1">
            <a:schemeClr val="accent2"/>
          </a:effectRef>
          <a:fontRef idx="minor">
            <a:schemeClr val="dk1"/>
          </a:fontRef>
        </p:style>
        <p:txBody>
          <a:bodyPr vert="horz" wrap="square" lIns="90000" tIns="46800" rIns="90000" bIns="46800" numCol="1" rtlCol="0" anchor="ctr" anchorCtr="0" compatLnSpc="1">
            <a:prstTxWarp prst="textNoShape">
              <a:avLst/>
            </a:prstTxWarp>
          </a:bodyPr>
          <a:lstStyle/>
          <a:p>
            <a:pPr marL="0" lvl="1" eaLnBrk="1" hangingPunct="1">
              <a:spcBef>
                <a:spcPct val="5000"/>
              </a:spcBef>
              <a:buSzPct val="60000"/>
            </a:pPr>
            <a:r>
              <a:rPr lang="ja-JP" altLang="en-US" b="0" dirty="0">
                <a:latin typeface="メイリオ" panose="020B0604030504040204" pitchFamily="50" charset="-128"/>
                <a:ea typeface="メイリオ" panose="020B0604030504040204" pitchFamily="50" charset="-128"/>
                <a:cs typeface="メイリオ" panose="020B0604030504040204" pitchFamily="50" charset="-128"/>
              </a:rPr>
              <a:t>観光客の集客</a:t>
            </a: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状況が分からず</a:t>
            </a:r>
            <a:r>
              <a:rPr lang="en-US" altLang="ja-JP" b="0" dirty="0" smtClean="0">
                <a:latin typeface="メイリオ" panose="020B0604030504040204" pitchFamily="50" charset="-128"/>
                <a:ea typeface="メイリオ" panose="020B0604030504040204" pitchFamily="50" charset="-128"/>
                <a:cs typeface="メイリオ" panose="020B0604030504040204" pitchFamily="50" charset="-128"/>
              </a:rPr>
              <a:t/>
            </a:r>
            <a:br>
              <a:rPr lang="en-US" altLang="ja-JP" b="0" dirty="0" smtClean="0">
                <a:latin typeface="メイリオ" panose="020B0604030504040204" pitchFamily="50" charset="-128"/>
                <a:ea typeface="メイリオ" panose="020B0604030504040204" pitchFamily="50" charset="-128"/>
                <a:cs typeface="メイリオ" panose="020B0604030504040204" pitchFamily="50" charset="-128"/>
              </a:rPr>
            </a:b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行動分析が難しい</a:t>
            </a:r>
            <a:endParaRPr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4" name="角丸四角形 13"/>
          <p:cNvSpPr/>
          <p:nvPr/>
        </p:nvSpPr>
        <p:spPr bwMode="auto">
          <a:xfrm>
            <a:off x="632520" y="6093024"/>
            <a:ext cx="2376264" cy="576064"/>
          </a:xfrm>
          <a:prstGeom prst="roundRect">
            <a:avLst/>
          </a:prstGeom>
          <a:solidFill>
            <a:schemeClr val="accent2">
              <a:lumMod val="20000"/>
              <a:lumOff val="80000"/>
            </a:schemeClr>
          </a:solidFill>
          <a:ln w="28575">
            <a:headEnd type="none" w="med" len="med"/>
            <a:tailEnd type="none" w="med" len="med"/>
          </a:ln>
          <a:extLst/>
        </p:spPr>
        <p:style>
          <a:lnRef idx="1">
            <a:schemeClr val="accent2"/>
          </a:lnRef>
          <a:fillRef idx="2">
            <a:schemeClr val="accent2"/>
          </a:fillRef>
          <a:effectRef idx="1">
            <a:schemeClr val="accent2"/>
          </a:effectRef>
          <a:fontRef idx="minor">
            <a:schemeClr val="dk1"/>
          </a:fontRef>
        </p:style>
        <p:txBody>
          <a:bodyPr vert="horz" wrap="square" lIns="90000" tIns="46800" rIns="90000" bIns="46800" numCol="1" rtlCol="0" anchor="ctr" anchorCtr="0" compatLnSpc="1">
            <a:prstTxWarp prst="textNoShape">
              <a:avLst/>
            </a:prstTxWarp>
          </a:bodyPr>
          <a:lstStyle/>
          <a:p>
            <a:pPr marL="0" lvl="1" eaLnBrk="1" hangingPunct="1">
              <a:spcBef>
                <a:spcPct val="5000"/>
              </a:spcBef>
              <a:buSzPct val="60000"/>
            </a:pPr>
            <a:r>
              <a:rPr lang="ja-JP" altLang="en-US" b="0" dirty="0">
                <a:latin typeface="メイリオ" panose="020B0604030504040204" pitchFamily="50" charset="-128"/>
                <a:ea typeface="メイリオ" panose="020B0604030504040204" pitchFamily="50" charset="-128"/>
                <a:cs typeface="メイリオ" panose="020B0604030504040204" pitchFamily="50" charset="-128"/>
              </a:rPr>
              <a:t>住民ではない観光客</a:t>
            </a: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へ災害時に</a:t>
            </a:r>
            <a:r>
              <a:rPr lang="en-US" altLang="ja-JP" b="0" dirty="0" smtClean="0">
                <a:latin typeface="メイリオ" panose="020B0604030504040204" pitchFamily="50" charset="-128"/>
                <a:ea typeface="メイリオ" panose="020B0604030504040204" pitchFamily="50" charset="-128"/>
                <a:cs typeface="メイリオ" panose="020B0604030504040204" pitchFamily="50" charset="-128"/>
              </a:rPr>
              <a:t/>
            </a:r>
            <a:br>
              <a:rPr lang="en-US" altLang="ja-JP" b="0" dirty="0" smtClean="0">
                <a:latin typeface="メイリオ" panose="020B0604030504040204" pitchFamily="50" charset="-128"/>
                <a:ea typeface="メイリオ" panose="020B0604030504040204" pitchFamily="50" charset="-128"/>
                <a:cs typeface="メイリオ" panose="020B0604030504040204" pitchFamily="50" charset="-128"/>
              </a:rPr>
            </a:b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避難支援情報を伝達できない</a:t>
            </a:r>
            <a:endParaRPr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grpSp>
        <p:nvGrpSpPr>
          <p:cNvPr id="15" name="グループ化 14"/>
          <p:cNvGrpSpPr/>
          <p:nvPr/>
        </p:nvGrpSpPr>
        <p:grpSpPr>
          <a:xfrm>
            <a:off x="6694733" y="3860819"/>
            <a:ext cx="801010" cy="272282"/>
            <a:chOff x="4944079" y="5172942"/>
            <a:chExt cx="801010" cy="272282"/>
          </a:xfrm>
        </p:grpSpPr>
        <p:sp>
          <p:nvSpPr>
            <p:cNvPr id="16" name="正方形/長方形 15"/>
            <p:cNvSpPr/>
            <p:nvPr/>
          </p:nvSpPr>
          <p:spPr bwMode="auto">
            <a:xfrm>
              <a:off x="4944079" y="5172942"/>
              <a:ext cx="801010" cy="272282"/>
            </a:xfrm>
            <a:prstGeom prst="rect">
              <a:avLst/>
            </a:prstGeom>
            <a:noFill/>
            <a:ln w="9525" cap="flat" cmpd="sng" algn="ctr">
              <a:noFill/>
              <a:prstDash val="solid"/>
              <a:round/>
              <a:headEnd type="none" w="med" len="med"/>
              <a:tailEnd type="none" w="med" len="med"/>
            </a:ln>
            <a:effectLst/>
            <a:extLst/>
          </p:spPr>
          <p:txBody>
            <a:bodyPr vert="horz" wrap="none" lIns="0" tIns="0" rIns="0" bIns="0" numCol="1" rtlCol="0" anchor="b" anchorCtr="0" compatLnSpc="1">
              <a:prstTxWarp prst="textNoShape">
                <a:avLst/>
              </a:prstTxWarp>
            </a:bodyPr>
            <a:lstStyle/>
            <a:p>
              <a:pPr algn="ctr" eaLnBrk="1" hangingPunct="1">
                <a:spcBef>
                  <a:spcPct val="5000"/>
                </a:spcBef>
                <a:buSzPct val="60000"/>
                <a:buFont typeface="Wingdings" panose="05000000000000000000" pitchFamily="2" charset="2"/>
                <a:buNone/>
              </a:pPr>
              <a:r>
                <a:rPr lang="ja-JP" altLang="en-US" dirty="0" smtClean="0">
                  <a:solidFill>
                    <a:schemeClr val="tx2"/>
                  </a:solidFill>
                  <a:latin typeface="メイリオ" panose="020B0604030504040204" pitchFamily="50" charset="-128"/>
                  <a:ea typeface="メイリオ" panose="020B0604030504040204" pitchFamily="50" charset="-128"/>
                  <a:cs typeface="メイリオ" panose="020B0604030504040204" pitchFamily="50" charset="-128"/>
                </a:rPr>
                <a:t>施策</a:t>
              </a:r>
              <a:endParaRPr lang="ja-JP" altLang="en-US" dirty="0">
                <a:solidFill>
                  <a:schemeClr val="tx2"/>
                </a:solidFill>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17" name="直線コネクタ 16"/>
            <p:cNvCxnSpPr/>
            <p:nvPr/>
          </p:nvCxnSpPr>
          <p:spPr bwMode="auto">
            <a:xfrm>
              <a:off x="4953000" y="5445224"/>
              <a:ext cx="792088" cy="0"/>
            </a:xfrm>
            <a:prstGeom prst="line">
              <a:avLst/>
            </a:prstGeom>
            <a:solidFill>
              <a:srgbClr val="FFFF99"/>
            </a:solidFill>
            <a:ln w="19050" cap="flat" cmpd="sng" algn="ctr">
              <a:solidFill>
                <a:schemeClr val="tx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8" name="正方形/長方形 17"/>
          <p:cNvSpPr/>
          <p:nvPr/>
        </p:nvSpPr>
        <p:spPr bwMode="auto">
          <a:xfrm>
            <a:off x="4772980" y="4198905"/>
            <a:ext cx="4644516" cy="432000"/>
          </a:xfrm>
          <a:prstGeom prst="rect">
            <a:avLst/>
          </a:prstGeom>
          <a:solidFill>
            <a:schemeClr val="accent1">
              <a:lumMod val="20000"/>
              <a:lumOff val="80000"/>
            </a:schemeClr>
          </a:solidFill>
          <a:ln w="28575">
            <a:solidFill>
              <a:schemeClr val="tx2"/>
            </a:solidFill>
            <a:headEnd type="none" w="med" len="med"/>
            <a:tailEnd type="none" w="med" len="med"/>
          </a:ln>
          <a:extLst/>
        </p:spPr>
        <p:style>
          <a:lnRef idx="1">
            <a:schemeClr val="accent2"/>
          </a:lnRef>
          <a:fillRef idx="2">
            <a:schemeClr val="accent2"/>
          </a:fillRef>
          <a:effectRef idx="1">
            <a:schemeClr val="accent2"/>
          </a:effectRef>
          <a:fontRef idx="minor">
            <a:schemeClr val="dk1"/>
          </a:fontRef>
        </p:style>
        <p:txBody>
          <a:bodyPr vert="horz" wrap="square" lIns="90000" tIns="46800" rIns="90000" bIns="46800" numCol="1" rtlCol="0" anchor="ctr" anchorCtr="0" compatLnSpc="1">
            <a:prstTxWarp prst="textNoShape">
              <a:avLst/>
            </a:prstTxWarp>
          </a:bodyPr>
          <a:lstStyle/>
          <a:p>
            <a:pPr marL="0" lvl="1" eaLnBrk="1" hangingPunct="1">
              <a:spcBef>
                <a:spcPct val="5000"/>
              </a:spcBef>
              <a:buSzPct val="60000"/>
            </a:pPr>
            <a:r>
              <a:rPr lang="ja-JP" altLang="en-US" b="0" dirty="0">
                <a:latin typeface="メイリオ" panose="020B0604030504040204" pitchFamily="50" charset="-128"/>
                <a:ea typeface="メイリオ" panose="020B0604030504040204" pitchFamily="50" charset="-128"/>
                <a:cs typeface="メイリオ" panose="020B0604030504040204" pitchFamily="50" charset="-128"/>
              </a:rPr>
              <a:t>大小問わず観光施設</a:t>
            </a: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から情報</a:t>
            </a:r>
            <a:r>
              <a:rPr lang="ja-JP" altLang="en-US" b="0" dirty="0">
                <a:latin typeface="メイリオ" panose="020B0604030504040204" pitchFamily="50" charset="-128"/>
                <a:ea typeface="メイリオ" panose="020B0604030504040204" pitchFamily="50" charset="-128"/>
                <a:cs typeface="メイリオ" panose="020B0604030504040204" pitchFamily="50" charset="-128"/>
              </a:rPr>
              <a:t>が</a:t>
            </a: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発信でき、</a:t>
            </a:r>
            <a:r>
              <a:rPr lang="en-US" altLang="ja-JP" b="0" dirty="0" smtClean="0">
                <a:latin typeface="メイリオ" panose="020B0604030504040204" pitchFamily="50" charset="-128"/>
                <a:ea typeface="メイリオ" panose="020B0604030504040204" pitchFamily="50" charset="-128"/>
                <a:cs typeface="メイリオ" panose="020B0604030504040204" pitchFamily="50" charset="-128"/>
              </a:rPr>
              <a:t/>
            </a:r>
            <a:br>
              <a:rPr lang="en-US" altLang="ja-JP" b="0" dirty="0" smtClean="0">
                <a:latin typeface="メイリオ" panose="020B0604030504040204" pitchFamily="50" charset="-128"/>
                <a:ea typeface="メイリオ" panose="020B0604030504040204" pitchFamily="50" charset="-128"/>
                <a:cs typeface="メイリオ" panose="020B0604030504040204" pitchFamily="50" charset="-128"/>
              </a:rPr>
            </a:b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観光客が行動に適した情報を受信できる仕組みの提供</a:t>
            </a:r>
            <a:endParaRPr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0" name="正方形/長方形 19"/>
          <p:cNvSpPr/>
          <p:nvPr/>
        </p:nvSpPr>
        <p:spPr bwMode="auto">
          <a:xfrm>
            <a:off x="4772980" y="5218109"/>
            <a:ext cx="4644516" cy="432000"/>
          </a:xfrm>
          <a:prstGeom prst="rect">
            <a:avLst/>
          </a:prstGeom>
          <a:solidFill>
            <a:schemeClr val="accent1">
              <a:lumMod val="20000"/>
              <a:lumOff val="80000"/>
            </a:schemeClr>
          </a:solidFill>
          <a:ln w="28575">
            <a:solidFill>
              <a:schemeClr val="tx2"/>
            </a:solidFill>
            <a:headEnd type="none" w="med" len="med"/>
            <a:tailEnd type="none" w="med" len="med"/>
          </a:ln>
          <a:extLst/>
        </p:spPr>
        <p:style>
          <a:lnRef idx="1">
            <a:schemeClr val="accent2"/>
          </a:lnRef>
          <a:fillRef idx="2">
            <a:schemeClr val="accent2"/>
          </a:fillRef>
          <a:effectRef idx="1">
            <a:schemeClr val="accent2"/>
          </a:effectRef>
          <a:fontRef idx="minor">
            <a:schemeClr val="dk1"/>
          </a:fontRef>
        </p:style>
        <p:txBody>
          <a:bodyPr vert="horz" wrap="square" lIns="90000" tIns="46800" rIns="90000" bIns="46800" numCol="1" rtlCol="0" anchor="ctr" anchorCtr="0" compatLnSpc="1">
            <a:prstTxWarp prst="textNoShape">
              <a:avLst/>
            </a:prstTxWarp>
          </a:bodyPr>
          <a:lstStyle/>
          <a:p>
            <a:pPr marL="0" lvl="1" eaLnBrk="1" hangingPunct="1">
              <a:spcBef>
                <a:spcPct val="5000"/>
              </a:spcBef>
              <a:buSzPct val="60000"/>
            </a:pP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ジオフェンシングやビーコン機器を活用した</a:t>
            </a:r>
            <a:r>
              <a:rPr lang="en-US" altLang="ja-JP" b="0" dirty="0" smtClean="0">
                <a:latin typeface="メイリオ" panose="020B0604030504040204" pitchFamily="50" charset="-128"/>
                <a:ea typeface="メイリオ" panose="020B0604030504040204" pitchFamily="50" charset="-128"/>
                <a:cs typeface="メイリオ" panose="020B0604030504040204" pitchFamily="50" charset="-128"/>
              </a:rPr>
              <a:t/>
            </a:r>
            <a:br>
              <a:rPr lang="en-US" altLang="ja-JP" b="0" dirty="0" smtClean="0">
                <a:latin typeface="メイリオ" panose="020B0604030504040204" pitchFamily="50" charset="-128"/>
                <a:ea typeface="メイリオ" panose="020B0604030504040204" pitchFamily="50" charset="-128"/>
                <a:cs typeface="メイリオ" panose="020B0604030504040204" pitchFamily="50" charset="-128"/>
              </a:rPr>
            </a:b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観光</a:t>
            </a:r>
            <a:r>
              <a:rPr lang="ja-JP" altLang="en-US" b="0" dirty="0">
                <a:latin typeface="メイリオ" panose="020B0604030504040204" pitchFamily="50" charset="-128"/>
                <a:ea typeface="メイリオ" panose="020B0604030504040204" pitchFamily="50" charset="-128"/>
                <a:cs typeface="メイリオ" panose="020B0604030504040204" pitchFamily="50" charset="-128"/>
              </a:rPr>
              <a:t>施設やイベントへの接近・離脱情報の収集</a:t>
            </a:r>
          </a:p>
        </p:txBody>
      </p:sp>
      <p:sp>
        <p:nvSpPr>
          <p:cNvPr id="22" name="正方形/長方形 21"/>
          <p:cNvSpPr/>
          <p:nvPr/>
        </p:nvSpPr>
        <p:spPr bwMode="auto">
          <a:xfrm>
            <a:off x="4772980" y="5727711"/>
            <a:ext cx="4644516" cy="432000"/>
          </a:xfrm>
          <a:prstGeom prst="rect">
            <a:avLst/>
          </a:prstGeom>
          <a:solidFill>
            <a:schemeClr val="accent1">
              <a:lumMod val="20000"/>
              <a:lumOff val="80000"/>
            </a:schemeClr>
          </a:solidFill>
          <a:ln w="28575">
            <a:solidFill>
              <a:schemeClr val="tx2"/>
            </a:solidFill>
            <a:headEnd type="none" w="med" len="med"/>
            <a:tailEnd type="none" w="med" len="med"/>
          </a:ln>
          <a:extLst/>
        </p:spPr>
        <p:style>
          <a:lnRef idx="1">
            <a:schemeClr val="accent2"/>
          </a:lnRef>
          <a:fillRef idx="2">
            <a:schemeClr val="accent2"/>
          </a:fillRef>
          <a:effectRef idx="1">
            <a:schemeClr val="accent2"/>
          </a:effectRef>
          <a:fontRef idx="minor">
            <a:schemeClr val="dk1"/>
          </a:fontRef>
        </p:style>
        <p:txBody>
          <a:bodyPr vert="horz" wrap="square" lIns="90000" tIns="46800" rIns="90000" bIns="46800" numCol="1" rtlCol="0" anchor="ctr" anchorCtr="0" compatLnSpc="1">
            <a:prstTxWarp prst="textNoShape">
              <a:avLst/>
            </a:prstTxWarp>
          </a:bodyPr>
          <a:lstStyle/>
          <a:p>
            <a:pPr marL="0" lvl="1" eaLnBrk="1" hangingPunct="1">
              <a:spcBef>
                <a:spcPct val="5000"/>
              </a:spcBef>
              <a:buSzPct val="60000"/>
            </a:pP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旅行を思い立った時に旅行先の避難施設情報も</a:t>
            </a:r>
            <a:r>
              <a:rPr lang="en-US" altLang="ja-JP" b="0" dirty="0" smtClean="0">
                <a:latin typeface="メイリオ" panose="020B0604030504040204" pitchFamily="50" charset="-128"/>
                <a:ea typeface="メイリオ" panose="020B0604030504040204" pitchFamily="50" charset="-128"/>
                <a:cs typeface="メイリオ" panose="020B0604030504040204" pitchFamily="50" charset="-128"/>
              </a:rPr>
              <a:t/>
            </a:r>
            <a:br>
              <a:rPr lang="en-US" altLang="ja-JP" b="0" dirty="0" smtClean="0">
                <a:latin typeface="メイリオ" panose="020B0604030504040204" pitchFamily="50" charset="-128"/>
                <a:ea typeface="メイリオ" panose="020B0604030504040204" pitchFamily="50" charset="-128"/>
                <a:cs typeface="メイリオ" panose="020B0604030504040204" pitchFamily="50" charset="-128"/>
              </a:rPr>
            </a:br>
            <a:r>
              <a:rPr lang="ja-JP" altLang="en-US" b="0" dirty="0">
                <a:latin typeface="メイリオ" panose="020B0604030504040204" pitchFamily="50" charset="-128"/>
                <a:ea typeface="メイリオ" panose="020B0604030504040204" pitchFamily="50" charset="-128"/>
                <a:cs typeface="メイリオ" panose="020B0604030504040204" pitchFamily="50" charset="-128"/>
              </a:rPr>
              <a:t>同時</a:t>
            </a: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にインストール</a:t>
            </a:r>
            <a:endParaRPr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3" name="正方形/長方形 22"/>
          <p:cNvSpPr/>
          <p:nvPr/>
        </p:nvSpPr>
        <p:spPr bwMode="auto">
          <a:xfrm>
            <a:off x="4772980" y="6237312"/>
            <a:ext cx="4644516" cy="432000"/>
          </a:xfrm>
          <a:prstGeom prst="rect">
            <a:avLst/>
          </a:prstGeom>
          <a:solidFill>
            <a:schemeClr val="accent1">
              <a:lumMod val="20000"/>
              <a:lumOff val="80000"/>
            </a:schemeClr>
          </a:solidFill>
          <a:ln w="28575">
            <a:solidFill>
              <a:schemeClr val="tx2"/>
            </a:solidFill>
            <a:headEnd type="none" w="med" len="med"/>
            <a:tailEnd type="none" w="med" len="med"/>
          </a:ln>
          <a:extLst/>
        </p:spPr>
        <p:style>
          <a:lnRef idx="1">
            <a:schemeClr val="accent2"/>
          </a:lnRef>
          <a:fillRef idx="2">
            <a:schemeClr val="accent2"/>
          </a:fillRef>
          <a:effectRef idx="1">
            <a:schemeClr val="accent2"/>
          </a:effectRef>
          <a:fontRef idx="minor">
            <a:schemeClr val="dk1"/>
          </a:fontRef>
        </p:style>
        <p:txBody>
          <a:bodyPr vert="horz" wrap="square" lIns="90000" tIns="46800" rIns="90000" bIns="46800" numCol="1" rtlCol="0" anchor="ctr" anchorCtr="0" compatLnSpc="1">
            <a:prstTxWarp prst="textNoShape">
              <a:avLst/>
            </a:prstTxWarp>
          </a:bodyPr>
          <a:lstStyle/>
          <a:p>
            <a:pPr marL="0" lvl="1" eaLnBrk="1" hangingPunct="1">
              <a:spcBef>
                <a:spcPct val="5000"/>
              </a:spcBef>
              <a:buSzPct val="60000"/>
            </a:pP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自治体から避難支援情報を発信できる仕組みの提供</a:t>
            </a:r>
            <a:endParaRPr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11" name="直線コネクタ 10"/>
          <p:cNvCxnSpPr>
            <a:stCxn id="2" idx="3"/>
            <a:endCxn id="18" idx="1"/>
          </p:cNvCxnSpPr>
          <p:nvPr/>
        </p:nvCxnSpPr>
        <p:spPr bwMode="auto">
          <a:xfrm flipV="1">
            <a:off x="3008784" y="4414905"/>
            <a:ext cx="1764196" cy="72032"/>
          </a:xfrm>
          <a:prstGeom prst="line">
            <a:avLst/>
          </a:prstGeom>
          <a:ln>
            <a:headEnd type="none" w="med" len="med"/>
            <a:tailEnd type="none" w="med" len="med"/>
          </a:ln>
          <a:extLst/>
        </p:spPr>
        <p:style>
          <a:lnRef idx="3">
            <a:schemeClr val="accent1"/>
          </a:lnRef>
          <a:fillRef idx="0">
            <a:schemeClr val="accent1"/>
          </a:fillRef>
          <a:effectRef idx="2">
            <a:schemeClr val="accent1"/>
          </a:effectRef>
          <a:fontRef idx="minor">
            <a:schemeClr val="tx1"/>
          </a:fontRef>
        </p:style>
      </p:cxnSp>
      <p:cxnSp>
        <p:nvCxnSpPr>
          <p:cNvPr id="26" name="直線コネクタ 25"/>
          <p:cNvCxnSpPr>
            <a:stCxn id="2" idx="3"/>
            <a:endCxn id="19" idx="2"/>
          </p:cNvCxnSpPr>
          <p:nvPr/>
        </p:nvCxnSpPr>
        <p:spPr bwMode="auto">
          <a:xfrm>
            <a:off x="3008784" y="4486937"/>
            <a:ext cx="4086454" cy="653570"/>
          </a:xfrm>
          <a:prstGeom prst="line">
            <a:avLst/>
          </a:prstGeom>
          <a:ln>
            <a:headEnd type="none" w="med" len="med"/>
            <a:tailEnd type="none" w="med" len="med"/>
          </a:ln>
          <a:extLst/>
        </p:spPr>
        <p:style>
          <a:lnRef idx="3">
            <a:schemeClr val="accent1"/>
          </a:lnRef>
          <a:fillRef idx="0">
            <a:schemeClr val="accent1"/>
          </a:fillRef>
          <a:effectRef idx="2">
            <a:schemeClr val="accent1"/>
          </a:effectRef>
          <a:fontRef idx="minor">
            <a:schemeClr val="tx1"/>
          </a:fontRef>
        </p:style>
      </p:cxnSp>
      <p:cxnSp>
        <p:nvCxnSpPr>
          <p:cNvPr id="29" name="直線コネクタ 28"/>
          <p:cNvCxnSpPr>
            <a:stCxn id="13" idx="3"/>
            <a:endCxn id="20" idx="1"/>
          </p:cNvCxnSpPr>
          <p:nvPr/>
        </p:nvCxnSpPr>
        <p:spPr bwMode="auto">
          <a:xfrm>
            <a:off x="3008784" y="5433997"/>
            <a:ext cx="1764196" cy="112"/>
          </a:xfrm>
          <a:prstGeom prst="line">
            <a:avLst/>
          </a:prstGeom>
          <a:ln>
            <a:headEnd type="none" w="med" len="med"/>
            <a:tailEnd type="none" w="med" len="med"/>
          </a:ln>
          <a:extLst/>
        </p:spPr>
        <p:style>
          <a:lnRef idx="3">
            <a:schemeClr val="accent1"/>
          </a:lnRef>
          <a:fillRef idx="0">
            <a:schemeClr val="accent1"/>
          </a:fillRef>
          <a:effectRef idx="2">
            <a:schemeClr val="accent1"/>
          </a:effectRef>
          <a:fontRef idx="minor">
            <a:schemeClr val="tx1"/>
          </a:fontRef>
        </p:style>
      </p:cxnSp>
      <p:cxnSp>
        <p:nvCxnSpPr>
          <p:cNvPr id="32" name="直線コネクタ 31"/>
          <p:cNvCxnSpPr>
            <a:stCxn id="14" idx="3"/>
            <a:endCxn id="22" idx="1"/>
          </p:cNvCxnSpPr>
          <p:nvPr/>
        </p:nvCxnSpPr>
        <p:spPr bwMode="auto">
          <a:xfrm flipV="1">
            <a:off x="3008784" y="5943711"/>
            <a:ext cx="1764196" cy="437345"/>
          </a:xfrm>
          <a:prstGeom prst="line">
            <a:avLst/>
          </a:prstGeom>
          <a:ln>
            <a:headEnd type="none" w="med" len="med"/>
            <a:tailEnd type="none" w="med" len="med"/>
          </a:ln>
          <a:extLst/>
        </p:spPr>
        <p:style>
          <a:lnRef idx="3">
            <a:schemeClr val="accent1"/>
          </a:lnRef>
          <a:fillRef idx="0">
            <a:schemeClr val="accent1"/>
          </a:fillRef>
          <a:effectRef idx="2">
            <a:schemeClr val="accent1"/>
          </a:effectRef>
          <a:fontRef idx="minor">
            <a:schemeClr val="tx1"/>
          </a:fontRef>
        </p:style>
      </p:cxnSp>
      <p:cxnSp>
        <p:nvCxnSpPr>
          <p:cNvPr id="35" name="直線コネクタ 34"/>
          <p:cNvCxnSpPr>
            <a:stCxn id="14" idx="3"/>
            <a:endCxn id="23" idx="1"/>
          </p:cNvCxnSpPr>
          <p:nvPr/>
        </p:nvCxnSpPr>
        <p:spPr bwMode="auto">
          <a:xfrm>
            <a:off x="3008784" y="6381056"/>
            <a:ext cx="1764196" cy="72256"/>
          </a:xfrm>
          <a:prstGeom prst="line">
            <a:avLst/>
          </a:prstGeom>
          <a:ln>
            <a:headEnd type="none" w="med" len="med"/>
            <a:tailEnd type="none" w="med" len="med"/>
          </a:ln>
          <a:extLst/>
        </p:spPr>
        <p:style>
          <a:lnRef idx="3">
            <a:schemeClr val="accent1"/>
          </a:lnRef>
          <a:fillRef idx="0">
            <a:schemeClr val="accent1"/>
          </a:fillRef>
          <a:effectRef idx="2">
            <a:schemeClr val="accent1"/>
          </a:effectRef>
          <a:fontRef idx="minor">
            <a:schemeClr val="tx1"/>
          </a:fontRef>
        </p:style>
      </p:cxnSp>
      <p:cxnSp>
        <p:nvCxnSpPr>
          <p:cNvPr id="38" name="直線コネクタ 37"/>
          <p:cNvCxnSpPr>
            <a:stCxn id="13" idx="3"/>
            <a:endCxn id="19" idx="1"/>
          </p:cNvCxnSpPr>
          <p:nvPr/>
        </p:nvCxnSpPr>
        <p:spPr bwMode="auto">
          <a:xfrm flipV="1">
            <a:off x="3008784" y="4924507"/>
            <a:ext cx="1764196" cy="509490"/>
          </a:xfrm>
          <a:prstGeom prst="line">
            <a:avLst/>
          </a:prstGeom>
          <a:ln>
            <a:headEnd type="none" w="med" len="med"/>
            <a:tailEnd type="none" w="med" len="med"/>
          </a:ln>
          <a:extLst/>
        </p:spPr>
        <p:style>
          <a:lnRef idx="3">
            <a:schemeClr val="accent1"/>
          </a:lnRef>
          <a:fillRef idx="0">
            <a:schemeClr val="accent1"/>
          </a:fillRef>
          <a:effectRef idx="2">
            <a:schemeClr val="accent1"/>
          </a:effectRef>
          <a:fontRef idx="minor">
            <a:schemeClr val="tx1"/>
          </a:fontRef>
        </p:style>
      </p:cxnSp>
      <p:sp>
        <p:nvSpPr>
          <p:cNvPr id="19" name="正方形/長方形 18"/>
          <p:cNvSpPr/>
          <p:nvPr/>
        </p:nvSpPr>
        <p:spPr bwMode="auto">
          <a:xfrm>
            <a:off x="4772980" y="4708507"/>
            <a:ext cx="4644516" cy="432000"/>
          </a:xfrm>
          <a:prstGeom prst="rect">
            <a:avLst/>
          </a:prstGeom>
          <a:solidFill>
            <a:schemeClr val="accent1">
              <a:lumMod val="20000"/>
              <a:lumOff val="80000"/>
            </a:schemeClr>
          </a:solidFill>
          <a:ln w="28575">
            <a:solidFill>
              <a:schemeClr val="tx2"/>
            </a:solidFill>
            <a:headEnd type="none" w="med" len="med"/>
            <a:tailEnd type="none" w="med" len="med"/>
          </a:ln>
          <a:extLst/>
        </p:spPr>
        <p:style>
          <a:lnRef idx="1">
            <a:schemeClr val="accent2"/>
          </a:lnRef>
          <a:fillRef idx="2">
            <a:schemeClr val="accent2"/>
          </a:fillRef>
          <a:effectRef idx="1">
            <a:schemeClr val="accent2"/>
          </a:effectRef>
          <a:fontRef idx="minor">
            <a:schemeClr val="dk1"/>
          </a:fontRef>
        </p:style>
        <p:txBody>
          <a:bodyPr vert="horz" wrap="square" lIns="90000" tIns="46800" rIns="90000" bIns="46800" numCol="1" rtlCol="0" anchor="ctr" anchorCtr="0" compatLnSpc="1">
            <a:prstTxWarp prst="textNoShape">
              <a:avLst/>
            </a:prstTxWarp>
          </a:bodyPr>
          <a:lstStyle/>
          <a:p>
            <a:pPr marL="0" lvl="1" eaLnBrk="1" hangingPunct="1">
              <a:spcBef>
                <a:spcPct val="5000"/>
              </a:spcBef>
              <a:buSzPct val="60000"/>
            </a:pP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発信した情報の閲覧状況が分かる仕組みの提供</a:t>
            </a:r>
            <a:endParaRPr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2" name="円/楕円 41"/>
          <p:cNvSpPr/>
          <p:nvPr/>
        </p:nvSpPr>
        <p:spPr bwMode="auto">
          <a:xfrm>
            <a:off x="8891130" y="4247897"/>
            <a:ext cx="432048" cy="334016"/>
          </a:xfrm>
          <a:prstGeom prst="ellipse">
            <a:avLst/>
          </a:prstGeom>
          <a:ln>
            <a:headEnd type="none" w="med" len="med"/>
            <a:tailEnd type="none" w="med" len="med"/>
          </a:ln>
          <a:effectLst>
            <a:outerShdw blurRad="50800" dist="38100" dir="2700000" algn="tl" rotWithShape="0">
              <a:prstClr val="black">
                <a:alpha val="40000"/>
              </a:prstClr>
            </a:outerShdw>
          </a:effectLs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rtlCol="0" anchor="ctr" anchorCtr="0" compatLnSpc="1">
            <a:prstTxWarp prst="textNoShape">
              <a:avLst/>
            </a:prstTxWarp>
          </a:bodyPr>
          <a:lstStyle/>
          <a:p>
            <a:pPr marL="101600" marR="0" indent="-101600" algn="ctr" defTabSz="914400" rtl="0" eaLnBrk="1" fontAlgn="base" latinLnBrk="0" hangingPunct="1">
              <a:lnSpc>
                <a:spcPct val="100000"/>
              </a:lnSpc>
              <a:spcBef>
                <a:spcPct val="5000"/>
              </a:spcBef>
              <a:spcAft>
                <a:spcPct val="0"/>
              </a:spcAft>
              <a:buClrTx/>
              <a:buSzPct val="60000"/>
              <a:buFont typeface="Wingdings" panose="05000000000000000000" pitchFamily="2" charset="2"/>
              <a:buNone/>
              <a:tabLst/>
            </a:pPr>
            <a:r>
              <a:rPr kumimoji="1" lang="en-US" altLang="ja-JP" sz="1400" b="0" i="0" u="none" strike="noStrike" cap="none" normalizeH="0" baseline="0" dirty="0" smtClean="0">
                <a:ln>
                  <a:noFill/>
                </a:ln>
                <a:solidFill>
                  <a:schemeClr val="accent1">
                    <a:lumMod val="20000"/>
                    <a:lumOff val="80000"/>
                  </a:schemeClr>
                </a:solidFill>
                <a:effectLst/>
                <a:latin typeface="メイリオ" panose="020B0604030504040204" pitchFamily="50" charset="-128"/>
                <a:ea typeface="メイリオ" panose="020B0604030504040204" pitchFamily="50" charset="-128"/>
                <a:cs typeface="メイリオ" panose="020B0604030504040204" pitchFamily="50" charset="-128"/>
              </a:rPr>
              <a:t>P.5</a:t>
            </a:r>
            <a:endParaRPr kumimoji="1" lang="ja-JP" altLang="en-US" sz="1400" b="0" i="0" u="none" strike="noStrike" cap="none" normalizeH="0" baseline="0" dirty="0" smtClean="0">
              <a:ln>
                <a:noFill/>
              </a:ln>
              <a:solidFill>
                <a:schemeClr val="accent1">
                  <a:lumMod val="20000"/>
                  <a:lumOff val="80000"/>
                </a:schemeClr>
              </a:solidFill>
              <a:effectLst/>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6" name="円/楕円 45"/>
          <p:cNvSpPr/>
          <p:nvPr/>
        </p:nvSpPr>
        <p:spPr bwMode="auto">
          <a:xfrm>
            <a:off x="8891130" y="4757499"/>
            <a:ext cx="432048" cy="334016"/>
          </a:xfrm>
          <a:prstGeom prst="ellipse">
            <a:avLst/>
          </a:prstGeom>
          <a:ln>
            <a:headEnd type="none" w="med" len="med"/>
            <a:tailEnd type="none" w="med" len="med"/>
          </a:ln>
          <a:effectLst>
            <a:outerShdw blurRad="50800" dist="38100" dir="2700000" algn="tl" rotWithShape="0">
              <a:prstClr val="black">
                <a:alpha val="40000"/>
              </a:prstClr>
            </a:outerShdw>
          </a:effectLs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rtlCol="0" anchor="ctr" anchorCtr="0" compatLnSpc="1">
            <a:prstTxWarp prst="textNoShape">
              <a:avLst/>
            </a:prstTxWarp>
          </a:bodyPr>
          <a:lstStyle/>
          <a:p>
            <a:pPr marL="101600" marR="0" indent="-101600" algn="ctr" defTabSz="914400" rtl="0" eaLnBrk="1" fontAlgn="base" latinLnBrk="0" hangingPunct="1">
              <a:lnSpc>
                <a:spcPct val="100000"/>
              </a:lnSpc>
              <a:spcBef>
                <a:spcPct val="5000"/>
              </a:spcBef>
              <a:spcAft>
                <a:spcPct val="0"/>
              </a:spcAft>
              <a:buClrTx/>
              <a:buSzPct val="60000"/>
              <a:buFont typeface="Wingdings" panose="05000000000000000000" pitchFamily="2" charset="2"/>
              <a:buNone/>
              <a:tabLst/>
            </a:pPr>
            <a:r>
              <a:rPr kumimoji="1" lang="en-US" altLang="ja-JP" sz="1400" b="0" i="0" u="none" strike="noStrike" cap="none" normalizeH="0" baseline="0" dirty="0" smtClean="0">
                <a:ln>
                  <a:noFill/>
                </a:ln>
                <a:solidFill>
                  <a:schemeClr val="accent1">
                    <a:lumMod val="20000"/>
                    <a:lumOff val="80000"/>
                  </a:schemeClr>
                </a:solidFill>
                <a:effectLst/>
                <a:latin typeface="メイリオ" panose="020B0604030504040204" pitchFamily="50" charset="-128"/>
                <a:ea typeface="メイリオ" panose="020B0604030504040204" pitchFamily="50" charset="-128"/>
                <a:cs typeface="メイリオ" panose="020B0604030504040204" pitchFamily="50" charset="-128"/>
              </a:rPr>
              <a:t>P.5</a:t>
            </a:r>
            <a:endParaRPr kumimoji="1" lang="ja-JP" altLang="en-US" sz="1400" b="0" i="0" u="none" strike="noStrike" cap="none" normalizeH="0" baseline="0" dirty="0" smtClean="0">
              <a:ln>
                <a:noFill/>
              </a:ln>
              <a:solidFill>
                <a:schemeClr val="accent1">
                  <a:lumMod val="20000"/>
                  <a:lumOff val="80000"/>
                </a:schemeClr>
              </a:solidFill>
              <a:effectLst/>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7" name="円/楕円 46"/>
          <p:cNvSpPr/>
          <p:nvPr/>
        </p:nvSpPr>
        <p:spPr bwMode="auto">
          <a:xfrm>
            <a:off x="8891130" y="5267101"/>
            <a:ext cx="432048" cy="334016"/>
          </a:xfrm>
          <a:prstGeom prst="ellipse">
            <a:avLst/>
          </a:prstGeom>
          <a:ln>
            <a:headEnd type="none" w="med" len="med"/>
            <a:tailEnd type="none" w="med" len="med"/>
          </a:ln>
          <a:effectLst>
            <a:outerShdw blurRad="50800" dist="38100" dir="2700000" algn="tl" rotWithShape="0">
              <a:prstClr val="black">
                <a:alpha val="40000"/>
              </a:prstClr>
            </a:outerShdw>
          </a:effectLs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rtlCol="0" anchor="ctr" anchorCtr="0" compatLnSpc="1">
            <a:prstTxWarp prst="textNoShape">
              <a:avLst/>
            </a:prstTxWarp>
          </a:bodyPr>
          <a:lstStyle/>
          <a:p>
            <a:pPr marL="101600" marR="0" indent="-101600" algn="ctr" defTabSz="914400" rtl="0" eaLnBrk="1" fontAlgn="base" latinLnBrk="0" hangingPunct="1">
              <a:lnSpc>
                <a:spcPct val="100000"/>
              </a:lnSpc>
              <a:spcBef>
                <a:spcPct val="5000"/>
              </a:spcBef>
              <a:spcAft>
                <a:spcPct val="0"/>
              </a:spcAft>
              <a:buClrTx/>
              <a:buSzPct val="60000"/>
              <a:buFont typeface="Wingdings" panose="05000000000000000000" pitchFamily="2" charset="2"/>
              <a:buNone/>
              <a:tabLst/>
            </a:pPr>
            <a:r>
              <a:rPr kumimoji="1" lang="en-US" altLang="ja-JP" sz="1400" b="0" i="0" u="none" strike="noStrike" cap="none" normalizeH="0" baseline="0" dirty="0" smtClean="0">
                <a:ln>
                  <a:noFill/>
                </a:ln>
                <a:solidFill>
                  <a:schemeClr val="accent1">
                    <a:lumMod val="20000"/>
                    <a:lumOff val="80000"/>
                  </a:schemeClr>
                </a:solidFill>
                <a:effectLst/>
                <a:latin typeface="メイリオ" panose="020B0604030504040204" pitchFamily="50" charset="-128"/>
                <a:ea typeface="メイリオ" panose="020B0604030504040204" pitchFamily="50" charset="-128"/>
                <a:cs typeface="メイリオ" panose="020B0604030504040204" pitchFamily="50" charset="-128"/>
              </a:rPr>
              <a:t>P.6</a:t>
            </a:r>
            <a:endParaRPr kumimoji="1" lang="ja-JP" altLang="en-US" sz="1400" b="0" i="0" u="none" strike="noStrike" cap="none" normalizeH="0" baseline="0" dirty="0" smtClean="0">
              <a:ln>
                <a:noFill/>
              </a:ln>
              <a:solidFill>
                <a:schemeClr val="accent1">
                  <a:lumMod val="20000"/>
                  <a:lumOff val="80000"/>
                </a:schemeClr>
              </a:solidFill>
              <a:effectLst/>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8" name="円/楕円 47"/>
          <p:cNvSpPr/>
          <p:nvPr/>
        </p:nvSpPr>
        <p:spPr bwMode="auto">
          <a:xfrm>
            <a:off x="8891130" y="5776703"/>
            <a:ext cx="432048" cy="334016"/>
          </a:xfrm>
          <a:prstGeom prst="ellipse">
            <a:avLst/>
          </a:prstGeom>
          <a:ln>
            <a:headEnd type="none" w="med" len="med"/>
            <a:tailEnd type="none" w="med" len="med"/>
          </a:ln>
          <a:effectLst>
            <a:outerShdw blurRad="50800" dist="38100" dir="2700000" algn="tl" rotWithShape="0">
              <a:prstClr val="black">
                <a:alpha val="40000"/>
              </a:prstClr>
            </a:outerShdw>
          </a:effectLs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rtlCol="0" anchor="ctr" anchorCtr="0" compatLnSpc="1">
            <a:prstTxWarp prst="textNoShape">
              <a:avLst/>
            </a:prstTxWarp>
          </a:bodyPr>
          <a:lstStyle/>
          <a:p>
            <a:pPr marL="101600" marR="0" indent="-101600" algn="ctr" defTabSz="914400" rtl="0" eaLnBrk="1" fontAlgn="base" latinLnBrk="0" hangingPunct="1">
              <a:lnSpc>
                <a:spcPct val="100000"/>
              </a:lnSpc>
              <a:spcBef>
                <a:spcPct val="5000"/>
              </a:spcBef>
              <a:spcAft>
                <a:spcPct val="0"/>
              </a:spcAft>
              <a:buClrTx/>
              <a:buSzPct val="60000"/>
              <a:buFont typeface="Wingdings" panose="05000000000000000000" pitchFamily="2" charset="2"/>
              <a:buNone/>
              <a:tabLst/>
            </a:pPr>
            <a:r>
              <a:rPr kumimoji="1" lang="en-US" altLang="ja-JP" sz="1400" b="0" i="0" u="none" strike="noStrike" cap="none" normalizeH="0" baseline="0" dirty="0" smtClean="0">
                <a:ln>
                  <a:noFill/>
                </a:ln>
                <a:solidFill>
                  <a:schemeClr val="accent1">
                    <a:lumMod val="20000"/>
                    <a:lumOff val="80000"/>
                  </a:schemeClr>
                </a:solidFill>
                <a:effectLst/>
                <a:latin typeface="メイリオ" panose="020B0604030504040204" pitchFamily="50" charset="-128"/>
                <a:ea typeface="メイリオ" panose="020B0604030504040204" pitchFamily="50" charset="-128"/>
                <a:cs typeface="メイリオ" panose="020B0604030504040204" pitchFamily="50" charset="-128"/>
              </a:rPr>
              <a:t>P.7</a:t>
            </a:r>
            <a:endParaRPr kumimoji="1" lang="ja-JP" altLang="en-US" sz="1400" b="0" i="0" u="none" strike="noStrike" cap="none" normalizeH="0" baseline="0" dirty="0" smtClean="0">
              <a:ln>
                <a:noFill/>
              </a:ln>
              <a:solidFill>
                <a:schemeClr val="accent1">
                  <a:lumMod val="20000"/>
                  <a:lumOff val="80000"/>
                </a:schemeClr>
              </a:solidFill>
              <a:effectLst/>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9" name="円/楕円 48"/>
          <p:cNvSpPr/>
          <p:nvPr/>
        </p:nvSpPr>
        <p:spPr bwMode="auto">
          <a:xfrm>
            <a:off x="8891130" y="6286304"/>
            <a:ext cx="432048" cy="334016"/>
          </a:xfrm>
          <a:prstGeom prst="ellipse">
            <a:avLst/>
          </a:prstGeom>
          <a:ln>
            <a:headEnd type="none" w="med" len="med"/>
            <a:tailEnd type="none" w="med" len="med"/>
          </a:ln>
          <a:effectLst>
            <a:outerShdw blurRad="50800" dist="38100" dir="2700000" algn="tl" rotWithShape="0">
              <a:prstClr val="black">
                <a:alpha val="40000"/>
              </a:prstClr>
            </a:outerShdw>
          </a:effectLs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rtlCol="0" anchor="ctr" anchorCtr="0" compatLnSpc="1">
            <a:prstTxWarp prst="textNoShape">
              <a:avLst/>
            </a:prstTxWarp>
          </a:bodyPr>
          <a:lstStyle/>
          <a:p>
            <a:pPr marL="101600" marR="0" indent="-101600" algn="ctr" defTabSz="914400" rtl="0" eaLnBrk="1" fontAlgn="base" latinLnBrk="0" hangingPunct="1">
              <a:lnSpc>
                <a:spcPct val="100000"/>
              </a:lnSpc>
              <a:spcBef>
                <a:spcPct val="5000"/>
              </a:spcBef>
              <a:spcAft>
                <a:spcPct val="0"/>
              </a:spcAft>
              <a:buClrTx/>
              <a:buSzPct val="60000"/>
              <a:buFont typeface="Wingdings" panose="05000000000000000000" pitchFamily="2" charset="2"/>
              <a:buNone/>
              <a:tabLst/>
            </a:pPr>
            <a:r>
              <a:rPr kumimoji="1" lang="en-US" altLang="ja-JP" sz="1400" b="0" i="0" u="none" strike="noStrike" cap="none" normalizeH="0" baseline="0" dirty="0" smtClean="0">
                <a:ln>
                  <a:noFill/>
                </a:ln>
                <a:solidFill>
                  <a:schemeClr val="accent1">
                    <a:lumMod val="20000"/>
                    <a:lumOff val="80000"/>
                  </a:schemeClr>
                </a:solidFill>
                <a:effectLst/>
                <a:latin typeface="メイリオ" panose="020B0604030504040204" pitchFamily="50" charset="-128"/>
                <a:ea typeface="メイリオ" panose="020B0604030504040204" pitchFamily="50" charset="-128"/>
                <a:cs typeface="メイリオ" panose="020B0604030504040204" pitchFamily="50" charset="-128"/>
              </a:rPr>
              <a:t>P.7</a:t>
            </a:r>
            <a:endParaRPr kumimoji="1" lang="ja-JP" altLang="en-US" sz="1400" b="0" i="0" u="none" strike="noStrike" cap="none" normalizeH="0" baseline="0" dirty="0" smtClean="0">
              <a:ln>
                <a:noFill/>
              </a:ln>
              <a:solidFill>
                <a:schemeClr val="accent1">
                  <a:lumMod val="20000"/>
                  <a:lumOff val="80000"/>
                </a:schemeClr>
              </a:solidFill>
              <a:effectLst/>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企画するアプリ</a:t>
            </a:r>
            <a:r>
              <a:rPr kumimoji="1" lang="ja-JP" altLang="en-US" dirty="0"/>
              <a:t>を含めたシステムの概要</a:t>
            </a:r>
          </a:p>
        </p:txBody>
      </p:sp>
      <p:sp>
        <p:nvSpPr>
          <p:cNvPr id="3" name="コンテンツ プレースホルダー 2"/>
          <p:cNvSpPr>
            <a:spLocks noGrp="1"/>
          </p:cNvSpPr>
          <p:nvPr>
            <p:ph idx="1"/>
          </p:nvPr>
        </p:nvSpPr>
        <p:spPr/>
        <p:txBody>
          <a:bodyPr/>
          <a:lstStyle/>
          <a:p>
            <a:r>
              <a:rPr lang="ja-JP" altLang="en-US" dirty="0" smtClean="0"/>
              <a:t>本</a:t>
            </a:r>
            <a:r>
              <a:rPr lang="ja-JP" altLang="en-US" dirty="0"/>
              <a:t>企画</a:t>
            </a:r>
            <a:r>
              <a:rPr lang="ja-JP" altLang="en-US" dirty="0" smtClean="0"/>
              <a:t>「</a:t>
            </a:r>
            <a:r>
              <a:rPr lang="en-US" altLang="ja-JP" dirty="0" smtClean="0"/>
              <a:t>KOBE Spots+</a:t>
            </a:r>
            <a:r>
              <a:rPr lang="ja-JP" altLang="en-US" dirty="0" smtClean="0"/>
              <a:t>」のポイントは、神戸市への観光旅行において、観光客と観光施設運営者の双方にとってメリットがある仕組みを提供すると同時に、災害時に土地勘が無い観光客への避難情報発信という有事に向けた仕組みも合わせて提供することにあります。</a:t>
            </a:r>
            <a:endParaRPr lang="en-US" altLang="ja-JP" dirty="0" smtClean="0"/>
          </a:p>
          <a:p>
            <a:pPr lvl="1"/>
            <a:r>
              <a:rPr lang="ja-JP" altLang="en-US" dirty="0" smtClean="0"/>
              <a:t>「</a:t>
            </a:r>
            <a:r>
              <a:rPr lang="en-US" altLang="ja-JP" dirty="0"/>
              <a:t>KOBE Spots+</a:t>
            </a:r>
            <a:r>
              <a:rPr lang="ja-JP" altLang="en-US" dirty="0" smtClean="0"/>
              <a:t>」は、観光客が利用するスマートフォンアプリと、観光施設運営者や自治体職員が利用するサーバーサイドアプリで構成します。</a:t>
            </a:r>
            <a:endParaRPr lang="en-US" altLang="ja-JP" dirty="0" smtClean="0"/>
          </a:p>
          <a:p>
            <a:pPr lvl="2"/>
            <a:endParaRPr lang="en-US" altLang="ja-JP" dirty="0" smtClean="0"/>
          </a:p>
          <a:p>
            <a:r>
              <a:rPr lang="ja-JP" altLang="en-US" dirty="0" smtClean="0"/>
              <a:t>観光客</a:t>
            </a:r>
            <a:r>
              <a:rPr lang="ja-JP" altLang="en-US" dirty="0"/>
              <a:t>と観光施設の双方にメリットが生まれる</a:t>
            </a:r>
            <a:r>
              <a:rPr lang="ja-JP" altLang="en-US" dirty="0" smtClean="0"/>
              <a:t>仕組みの提供</a:t>
            </a:r>
            <a:endParaRPr lang="en-US" altLang="ja-JP" dirty="0"/>
          </a:p>
          <a:p>
            <a:pPr lvl="1"/>
            <a:r>
              <a:rPr lang="ja-JP" altLang="en-US" dirty="0"/>
              <a:t>アプリユーザーである</a:t>
            </a:r>
            <a:r>
              <a:rPr lang="ja-JP" altLang="en-US" dirty="0" smtClean="0"/>
              <a:t>観光客</a:t>
            </a:r>
            <a:r>
              <a:rPr lang="ja-JP" altLang="en-US" dirty="0" smtClean="0"/>
              <a:t>が</a:t>
            </a:r>
            <a:r>
              <a:rPr lang="ja-JP" altLang="en-US" dirty="0"/>
              <a:t>、神戸での旅行を計画し、タイムリー</a:t>
            </a:r>
            <a:r>
              <a:rPr lang="ja-JP" altLang="en-US" dirty="0" smtClean="0"/>
              <a:t>な観光施設</a:t>
            </a:r>
            <a:r>
              <a:rPr lang="ja-JP" altLang="en-US" dirty="0"/>
              <a:t>情報を</a:t>
            </a:r>
            <a:r>
              <a:rPr lang="ja-JP" altLang="en-US" dirty="0" smtClean="0"/>
              <a:t>得られる</a:t>
            </a:r>
            <a:r>
              <a:rPr lang="ja-JP" altLang="en-US" dirty="0"/>
              <a:t>アプリです。</a:t>
            </a:r>
            <a:r>
              <a:rPr lang="en-US" altLang="ja-JP" dirty="0"/>
              <a:t/>
            </a:r>
            <a:br>
              <a:rPr lang="en-US" altLang="ja-JP" dirty="0"/>
            </a:br>
            <a:r>
              <a:rPr lang="ja-JP" altLang="en-US" dirty="0"/>
              <a:t>アプリユーザーは、観光施設のイベント情報や、他ユーザーの口コミを見ながら観光ルートを計画します。</a:t>
            </a:r>
            <a:r>
              <a:rPr lang="en-US" altLang="ja-JP" dirty="0"/>
              <a:t/>
            </a:r>
            <a:br>
              <a:rPr lang="en-US" altLang="ja-JP" dirty="0"/>
            </a:br>
            <a:r>
              <a:rPr lang="ja-JP" altLang="en-US" dirty="0"/>
              <a:t>旅行計画だけでなく、行き先に登録した</a:t>
            </a:r>
            <a:r>
              <a:rPr lang="ja-JP" altLang="en-US" dirty="0" smtClean="0"/>
              <a:t>施設</a:t>
            </a:r>
            <a:r>
              <a:rPr lang="ja-JP" altLang="en-US" dirty="0" smtClean="0"/>
              <a:t>に接近した</a:t>
            </a:r>
            <a:r>
              <a:rPr lang="ja-JP" altLang="en-US" dirty="0" smtClean="0"/>
              <a:t>際</a:t>
            </a:r>
            <a:r>
              <a:rPr lang="ja-JP" altLang="en-US" dirty="0" smtClean="0"/>
              <a:t>にクーポン</a:t>
            </a:r>
            <a:r>
              <a:rPr lang="ja-JP" altLang="en-US" dirty="0"/>
              <a:t>が</a:t>
            </a:r>
            <a:r>
              <a:rPr lang="ja-JP" altLang="en-US" dirty="0" smtClean="0"/>
              <a:t>配信されるなど、観光施設からタイムリーに情報</a:t>
            </a:r>
            <a:r>
              <a:rPr lang="ja-JP" altLang="en-US" dirty="0"/>
              <a:t>を</a:t>
            </a:r>
            <a:r>
              <a:rPr lang="ja-JP" altLang="en-US" dirty="0" smtClean="0"/>
              <a:t>配信できること</a:t>
            </a:r>
            <a:r>
              <a:rPr lang="ja-JP" altLang="en-US" dirty="0"/>
              <a:t>で、アプリユーザーと施設側の両方にメリットが生まれる仕組みを提供します。</a:t>
            </a:r>
            <a:r>
              <a:rPr lang="en-US" altLang="ja-JP" dirty="0"/>
              <a:t/>
            </a:r>
            <a:br>
              <a:rPr lang="en-US" altLang="ja-JP" dirty="0"/>
            </a:br>
            <a:r>
              <a:rPr lang="ja-JP" altLang="en-US" dirty="0"/>
              <a:t>さらに、旅行計画の共有によるユーザー拡大や、</a:t>
            </a:r>
            <a:r>
              <a:rPr lang="ja-JP" altLang="en-US" dirty="0" smtClean="0"/>
              <a:t>お気に入り登録した観光施設</a:t>
            </a:r>
            <a:r>
              <a:rPr lang="ja-JP" altLang="en-US" dirty="0"/>
              <a:t>からの新着情報通知によるリピートへの布石</a:t>
            </a:r>
            <a:r>
              <a:rPr lang="ja-JP" altLang="en-US" dirty="0" smtClean="0"/>
              <a:t>、通知開封率の把握や、集客数の計測</a:t>
            </a:r>
            <a:r>
              <a:rPr lang="ja-JP" altLang="en-US" dirty="0"/>
              <a:t>など</a:t>
            </a:r>
            <a:r>
              <a:rPr lang="ja-JP" altLang="en-US" dirty="0" smtClean="0"/>
              <a:t>、観光施設側</a:t>
            </a:r>
            <a:r>
              <a:rPr lang="ja-JP" altLang="en-US" dirty="0"/>
              <a:t>が継続して利用できる仕組みを提供します。</a:t>
            </a:r>
            <a:endParaRPr lang="en-US" altLang="ja-JP" dirty="0"/>
          </a:p>
          <a:p>
            <a:pPr lvl="4"/>
            <a:endParaRPr lang="ja-JP" altLang="en-US" dirty="0"/>
          </a:p>
          <a:p>
            <a:r>
              <a:rPr lang="ja-JP" altLang="en-US" dirty="0"/>
              <a:t>平時と有事、両方の情報を伝達できる</a:t>
            </a:r>
            <a:r>
              <a:rPr lang="ja-JP" altLang="en-US" dirty="0" smtClean="0"/>
              <a:t>仕組みの提供</a:t>
            </a:r>
            <a:endParaRPr lang="en-US" altLang="ja-JP" dirty="0"/>
          </a:p>
          <a:p>
            <a:pPr lvl="1"/>
            <a:r>
              <a:rPr lang="ja-JP" altLang="en-US" dirty="0"/>
              <a:t>一方で、旅先で災害に遭遇すると、旅行者は即座に「帰宅困難者」となってしまいます。そのような有事においても</a:t>
            </a:r>
            <a:r>
              <a:rPr lang="ja-JP" altLang="en-US" dirty="0" smtClean="0"/>
              <a:t>、</a:t>
            </a:r>
            <a:r>
              <a:rPr lang="ja-JP" altLang="en-US" dirty="0" smtClean="0"/>
              <a:t>アプリユーザー</a:t>
            </a:r>
            <a:r>
              <a:rPr lang="ja-JP" altLang="en-US" dirty="0"/>
              <a:t>で</a:t>
            </a:r>
            <a:r>
              <a:rPr lang="ja-JP" altLang="en-US" dirty="0" smtClean="0"/>
              <a:t>ある</a:t>
            </a:r>
            <a:r>
              <a:rPr lang="ja-JP" altLang="en-US" dirty="0"/>
              <a:t>観光客</a:t>
            </a:r>
            <a:r>
              <a:rPr lang="ja-JP" altLang="en-US" dirty="0" smtClean="0"/>
              <a:t>が</a:t>
            </a:r>
            <a:r>
              <a:rPr lang="ja-JP" altLang="en-US" dirty="0"/>
              <a:t>適切に避難できるよう、避難施設へのルート案内機能や、避難施設の開設状況など自治体から避難者への情報配信機能を有する、平常時・緊急時両方に対応した仕組みを提供します。</a:t>
            </a:r>
          </a:p>
          <a:p>
            <a:endParaRPr kumimoji="1" lang="ja-JP" altLang="en-US" dirty="0"/>
          </a:p>
        </p:txBody>
      </p:sp>
      <p:sp>
        <p:nvSpPr>
          <p:cNvPr id="4" name="スライド番号プレースホルダー 3"/>
          <p:cNvSpPr>
            <a:spLocks noGrp="1"/>
          </p:cNvSpPr>
          <p:nvPr>
            <p:ph type="sldNum" sz="quarter" idx="10"/>
          </p:nvPr>
        </p:nvSpPr>
        <p:spPr/>
        <p:txBody>
          <a:bodyPr/>
          <a:lstStyle/>
          <a:p>
            <a:pPr>
              <a:defRPr/>
            </a:pPr>
            <a:fld id="{55C9B671-DA52-43A5-A461-2113FA4BBC4F}" type="slidenum">
              <a:rPr lang="en-US" altLang="ja-JP" smtClean="0"/>
              <a:pPr>
                <a:defRPr/>
              </a:pPr>
              <a:t>3</a:t>
            </a:fld>
            <a:endParaRPr lang="en-US" altLang="ja-JP"/>
          </a:p>
        </p:txBody>
      </p:sp>
    </p:spTree>
    <p:extLst>
      <p:ext uri="{BB962C8B-B14F-4D97-AF65-F5344CB8AC3E}">
        <p14:creationId xmlns:p14="http://schemas.microsoft.com/office/powerpoint/2010/main" val="3776355820"/>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a:t>
            </a:r>
            <a:r>
              <a:rPr kumimoji="1" lang="en-US" altLang="ja-JP" dirty="0" smtClean="0"/>
              <a:t>KOBE Spots+</a:t>
            </a:r>
            <a:r>
              <a:rPr kumimoji="1" lang="ja-JP" altLang="en-US" dirty="0" smtClean="0"/>
              <a:t>」の利用シーン</a:t>
            </a:r>
            <a:endParaRPr kumimoji="1" lang="ja-JP" altLang="en-US" dirty="0"/>
          </a:p>
        </p:txBody>
      </p:sp>
      <p:sp>
        <p:nvSpPr>
          <p:cNvPr id="3" name="コンテンツ プレースホルダー 2"/>
          <p:cNvSpPr>
            <a:spLocks noGrp="1"/>
          </p:cNvSpPr>
          <p:nvPr>
            <p:ph idx="1"/>
          </p:nvPr>
        </p:nvSpPr>
        <p:spPr>
          <a:xfrm>
            <a:off x="0" y="908051"/>
            <a:ext cx="9899650" cy="432718"/>
          </a:xfrm>
        </p:spPr>
        <p:txBody>
          <a:bodyPr/>
          <a:lstStyle/>
          <a:p>
            <a:r>
              <a:rPr kumimoji="1" lang="ja-JP" altLang="en-US" dirty="0" smtClean="0"/>
              <a:t>アプリユーザー（観光客）と</a:t>
            </a:r>
            <a:r>
              <a:rPr kumimoji="1" lang="ja-JP" altLang="en-US" dirty="0" smtClean="0"/>
              <a:t>観光施設運営者・自治体が「</a:t>
            </a:r>
            <a:r>
              <a:rPr kumimoji="1" lang="en-US" altLang="ja-JP" dirty="0" smtClean="0"/>
              <a:t>KOBE Spots+</a:t>
            </a:r>
            <a:r>
              <a:rPr kumimoji="1" lang="ja-JP" altLang="en-US" dirty="0" smtClean="0"/>
              <a:t>」を、いつ・どのように使うかを纏めました。</a:t>
            </a:r>
            <a:endParaRPr kumimoji="1" lang="en-US" altLang="ja-JP" dirty="0" smtClean="0"/>
          </a:p>
          <a:p>
            <a:endParaRPr kumimoji="1" lang="en-US" altLang="ja-JP" dirty="0" smtClean="0"/>
          </a:p>
        </p:txBody>
      </p:sp>
      <p:sp>
        <p:nvSpPr>
          <p:cNvPr id="4" name="スライド番号プレースホルダー 3"/>
          <p:cNvSpPr>
            <a:spLocks noGrp="1"/>
          </p:cNvSpPr>
          <p:nvPr>
            <p:ph type="sldNum" sz="quarter" idx="10"/>
          </p:nvPr>
        </p:nvSpPr>
        <p:spPr/>
        <p:txBody>
          <a:bodyPr/>
          <a:lstStyle/>
          <a:p>
            <a:pPr>
              <a:defRPr/>
            </a:pPr>
            <a:fld id="{55C9B671-DA52-43A5-A461-2113FA4BBC4F}" type="slidenum">
              <a:rPr lang="en-US" altLang="ja-JP" smtClean="0"/>
              <a:pPr>
                <a:defRPr/>
              </a:pPr>
              <a:t>4</a:t>
            </a:fld>
            <a:endParaRPr lang="en-US" altLang="ja-JP"/>
          </a:p>
        </p:txBody>
      </p:sp>
      <p:graphicFrame>
        <p:nvGraphicFramePr>
          <p:cNvPr id="6" name="表 5"/>
          <p:cNvGraphicFramePr>
            <a:graphicFrameLocks noGrp="1"/>
          </p:cNvGraphicFramePr>
          <p:nvPr>
            <p:extLst>
              <p:ext uri="{D42A27DB-BD31-4B8C-83A1-F6EECF244321}">
                <p14:modId xmlns:p14="http://schemas.microsoft.com/office/powerpoint/2010/main" val="4157352148"/>
              </p:ext>
            </p:extLst>
          </p:nvPr>
        </p:nvGraphicFramePr>
        <p:xfrm>
          <a:off x="128465" y="1481976"/>
          <a:ext cx="9649073" cy="5130800"/>
        </p:xfrm>
        <a:graphic>
          <a:graphicData uri="http://schemas.openxmlformats.org/drawingml/2006/table">
            <a:tbl>
              <a:tblPr firstRow="1" bandRow="1">
                <a:tableStyleId>{5C22544A-7EE6-4342-B048-85BDC9FD1C3A}</a:tableStyleId>
              </a:tblPr>
              <a:tblGrid>
                <a:gridCol w="504055"/>
                <a:gridCol w="1368152"/>
                <a:gridCol w="3888433"/>
                <a:gridCol w="3888433"/>
              </a:tblGrid>
              <a:tr h="370840">
                <a:tc>
                  <a:txBody>
                    <a:bodyPr/>
                    <a:lstStyle/>
                    <a:p>
                      <a:endParaRPr kumimoji="1" lang="ja-JP" altLang="en-US" dirty="0">
                        <a:latin typeface="メイリオ" panose="020B0604030504040204" pitchFamily="50" charset="-128"/>
                        <a:ea typeface="メイリオ" panose="020B0604030504040204" pitchFamily="50" charset="-128"/>
                        <a:cs typeface="メイリオ" panose="020B0604030504040204" pitchFamily="50" charset="-128"/>
                      </a:endParaRPr>
                    </a:p>
                  </a:txBody>
                  <a:tcPr>
                    <a:noFill/>
                  </a:tcPr>
                </a:tc>
                <a:tc>
                  <a:txBody>
                    <a:bodyPr/>
                    <a:lstStyle/>
                    <a:p>
                      <a:endParaRPr kumimoji="1" lang="ja-JP" altLang="en-US" dirty="0">
                        <a:latin typeface="メイリオ" panose="020B0604030504040204" pitchFamily="50" charset="-128"/>
                        <a:ea typeface="メイリオ" panose="020B0604030504040204" pitchFamily="50" charset="-128"/>
                        <a:cs typeface="メイリオ" panose="020B0604030504040204" pitchFamily="50" charset="-128"/>
                      </a:endParaRPr>
                    </a:p>
                  </a:txBody>
                  <a:tcPr>
                    <a:noFill/>
                  </a:tcPr>
                </a:tc>
                <a:tc>
                  <a:txBody>
                    <a:bodyPr/>
                    <a:lstStyle/>
                    <a:p>
                      <a:pPr algn="ct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観光客（アプリユーザー）</a:t>
                      </a:r>
                      <a:endParaRPr kumimoji="1" lang="ja-JP" altLang="en-US"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pPr algn="ct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観光施設運営者・</a:t>
                      </a: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自治体担当者</a:t>
                      </a:r>
                      <a:endParaRPr kumimoji="1" lang="ja-JP" altLang="en-US" dirty="0">
                        <a:latin typeface="メイリオ" panose="020B0604030504040204" pitchFamily="50" charset="-128"/>
                        <a:ea typeface="メイリオ" panose="020B0604030504040204" pitchFamily="50" charset="-128"/>
                        <a:cs typeface="メイリオ" panose="020B0604030504040204" pitchFamily="50" charset="-128"/>
                      </a:endParaRPr>
                    </a:p>
                  </a:txBody>
                  <a:tcPr/>
                </a:tc>
              </a:tr>
              <a:tr h="370840">
                <a:tc rowSpan="4">
                  <a:txBody>
                    <a:bodyPr/>
                    <a:lstStyle/>
                    <a:p>
                      <a:pPr algn="ctr"/>
                      <a:r>
                        <a:rPr kumimoji="1" lang="ja-JP" altLang="en-US" b="1" dirty="0"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利用シーン</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a:txBody>
                  <a:tcPr vert="eaVert">
                    <a:solidFill>
                      <a:schemeClr val="accent1"/>
                    </a:solidFill>
                  </a:tcPr>
                </a:tc>
                <a:tc>
                  <a:txBody>
                    <a:bodyPr/>
                    <a:lstStyle/>
                    <a:p>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利用開始～旅行計画</a:t>
                      </a:r>
                      <a:endParaRPr kumimoji="1" lang="ja-JP" altLang="en-US"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pPr marL="179388" indent="-179388">
                        <a:buClr>
                          <a:schemeClr val="tx2"/>
                        </a:buClr>
                        <a:buSzPct val="90000"/>
                        <a:buFont typeface="Verdana" panose="020B0604030504040204" pitchFamily="34" charset="0"/>
                        <a:buChar char="‒"/>
                      </a:pP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ユーザー属性の登録（性別、年代、居住地など）</a:t>
                      </a:r>
                      <a:endParaRPr kumimoji="1"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pPr marL="179388" indent="-179388">
                        <a:buClr>
                          <a:schemeClr val="tx2"/>
                        </a:buClr>
                        <a:buSzPct val="90000"/>
                        <a:buFont typeface="Verdana" panose="020B0604030504040204" pitchFamily="34" charset="0"/>
                        <a:buChar char="‒"/>
                      </a:pP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観光施設情報（イベント、口コミなど）のチェック</a:t>
                      </a:r>
                      <a:endParaRPr kumimoji="1"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pPr marL="179388" indent="-179388">
                        <a:buClr>
                          <a:schemeClr val="tx2"/>
                        </a:buClr>
                        <a:buSzPct val="90000"/>
                        <a:buFont typeface="Verdana" panose="020B0604030504040204" pitchFamily="34" charset="0"/>
                        <a:buChar char="‒"/>
                      </a:pP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行き先／お気に入り観光施設</a:t>
                      </a: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の登録</a:t>
                      </a:r>
                      <a:endParaRPr kumimoji="1"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pPr marL="179388" indent="-179388">
                        <a:buClr>
                          <a:schemeClr val="tx2"/>
                        </a:buClr>
                        <a:buSzPct val="90000"/>
                        <a:buFont typeface="Verdana" panose="020B0604030504040204" pitchFamily="34" charset="0"/>
                        <a:buChar char="‒"/>
                      </a:pP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他</a:t>
                      </a: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ユーザー（同行者）へ</a:t>
                      </a: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の旅行計画の共有</a:t>
                      </a:r>
                      <a:endParaRPr kumimoji="1"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pPr marL="179388" marR="0" indent="-179388" algn="l" defTabSz="914400" rtl="0" eaLnBrk="1" fontAlgn="auto" latinLnBrk="0" hangingPunct="1">
                        <a:lnSpc>
                          <a:spcPct val="100000"/>
                        </a:lnSpc>
                        <a:spcBef>
                          <a:spcPts val="0"/>
                        </a:spcBef>
                        <a:spcAft>
                          <a:spcPts val="0"/>
                        </a:spcAft>
                        <a:buClr>
                          <a:schemeClr val="tx2"/>
                        </a:buClr>
                        <a:buSzPct val="90000"/>
                        <a:buFont typeface="Verdana" panose="020B0604030504040204" pitchFamily="34" charset="0"/>
                        <a:buChar char="‒"/>
                        <a:tabLst/>
                        <a:defRPr/>
                      </a:pP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観光施設情報の登録</a:t>
                      </a:r>
                      <a:endParaRPr kumimoji="1"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pPr marL="179388" marR="0" indent="-179388" algn="l" defTabSz="914400" rtl="0" eaLnBrk="1" fontAlgn="auto" latinLnBrk="0" hangingPunct="1">
                        <a:lnSpc>
                          <a:spcPct val="100000"/>
                        </a:lnSpc>
                        <a:spcBef>
                          <a:spcPts val="0"/>
                        </a:spcBef>
                        <a:spcAft>
                          <a:spcPts val="0"/>
                        </a:spcAft>
                        <a:buClr>
                          <a:schemeClr val="tx2"/>
                        </a:buClr>
                        <a:buSzPct val="90000"/>
                        <a:buFont typeface="Verdana" panose="020B0604030504040204" pitchFamily="34" charset="0"/>
                        <a:buChar char="‒"/>
                        <a:tabLst/>
                        <a:defRPr/>
                      </a:pP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イベント情報の登録</a:t>
                      </a:r>
                      <a:endParaRPr kumimoji="1"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pPr marL="179388" marR="0" indent="-179388" algn="l" defTabSz="914400" rtl="0" eaLnBrk="1" fontAlgn="auto" latinLnBrk="0" hangingPunct="1">
                        <a:lnSpc>
                          <a:spcPct val="100000"/>
                        </a:lnSpc>
                        <a:spcBef>
                          <a:spcPts val="0"/>
                        </a:spcBef>
                        <a:spcAft>
                          <a:spcPts val="0"/>
                        </a:spcAft>
                        <a:buClr>
                          <a:schemeClr val="tx2"/>
                        </a:buClr>
                        <a:buSzPct val="90000"/>
                        <a:buFont typeface="Verdana" panose="020B0604030504040204" pitchFamily="34" charset="0"/>
                        <a:buChar char="‒"/>
                        <a:tabLst/>
                        <a:defRPr/>
                      </a:pP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接近時特典クーポンの登録</a:t>
                      </a:r>
                      <a:endParaRPr kumimoji="1"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pPr marL="179388" indent="-179388">
                        <a:buClr>
                          <a:schemeClr val="tx2"/>
                        </a:buClr>
                        <a:buSzPct val="90000"/>
                        <a:buFont typeface="Verdana" panose="020B0604030504040204" pitchFamily="34" charset="0"/>
                        <a:buChar char="‒"/>
                      </a:pP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観光施設の行き先・お気に入り登録ユーザー（ユーザー属性・数）の把握</a:t>
                      </a:r>
                      <a:endParaRPr kumimoji="1"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pPr marL="179388" indent="-179388">
                        <a:buClr>
                          <a:schemeClr val="tx2"/>
                        </a:buClr>
                        <a:buSzPct val="90000"/>
                        <a:buFont typeface="Verdana" panose="020B0604030504040204" pitchFamily="34" charset="0"/>
                        <a:buChar char="‒"/>
                      </a:pPr>
                      <a:endParaRPr kumimoji="1"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txBody>
                  <a:tcPr/>
                </a:tc>
              </a:tr>
              <a:tr h="370840">
                <a:tc vMerge="1">
                  <a:txBody>
                    <a:bodyPr/>
                    <a:lstStyle/>
                    <a:p>
                      <a:endParaRPr kumimoji="1" lang="ja-JP" altLang="en-US" dirty="0"/>
                    </a:p>
                  </a:txBody>
                  <a:tcPr/>
                </a:tc>
                <a:tc>
                  <a:txBody>
                    <a:bodyPr/>
                    <a:lstStyle/>
                    <a:p>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旅行当日</a:t>
                      </a:r>
                      <a:endParaRPr kumimoji="1" lang="ja-JP" altLang="en-US"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pPr marL="179388" indent="-179388">
                        <a:buClr>
                          <a:schemeClr val="tx2"/>
                        </a:buClr>
                        <a:buSzPct val="90000"/>
                        <a:buFont typeface="Verdana" panose="020B0604030504040204" pitchFamily="34" charset="0"/>
                        <a:buChar char="‒"/>
                      </a:pP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目的の観光施設接近時に情報・特典クーポンなどを受信</a:t>
                      </a:r>
                      <a:endParaRPr kumimoji="1"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pPr marL="179388" indent="-179388">
                        <a:buClr>
                          <a:schemeClr val="tx2"/>
                        </a:buClr>
                        <a:buSzPct val="90000"/>
                        <a:buFont typeface="Verdana" panose="020B0604030504040204" pitchFamily="34" charset="0"/>
                        <a:buChar char="‒"/>
                      </a:pP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観光施設付近での行動状況の発信</a:t>
                      </a:r>
                      <a:endParaRPr kumimoji="1"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pPr marL="179388" indent="-179388">
                        <a:buClr>
                          <a:schemeClr val="tx2"/>
                        </a:buClr>
                        <a:buSzPct val="90000"/>
                        <a:buFont typeface="Verdana" panose="020B0604030504040204" pitchFamily="34" charset="0"/>
                        <a:buChar char="‒"/>
                      </a:pP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通知開封</a:t>
                      </a: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状況の</a:t>
                      </a: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把握</a:t>
                      </a:r>
                      <a:endParaRPr kumimoji="1"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pPr marL="179388" indent="-179388">
                        <a:buClr>
                          <a:schemeClr val="tx2"/>
                        </a:buClr>
                        <a:buSzPct val="90000"/>
                        <a:buFont typeface="Verdana" panose="020B0604030504040204" pitchFamily="34" charset="0"/>
                        <a:buChar char="‒"/>
                      </a:pP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ユーザー行動記録の把握</a:t>
                      </a:r>
                      <a:endParaRPr kumimoji="1"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txBody>
                  <a:tcPr/>
                </a:tc>
              </a:tr>
              <a:tr h="370840">
                <a:tc vMerge="1">
                  <a:txBody>
                    <a:bodyPr/>
                    <a:lstStyle/>
                    <a:p>
                      <a:endParaRPr kumimoji="1" lang="ja-JP" altLang="en-US"/>
                    </a:p>
                  </a:txBody>
                  <a:tcPr/>
                </a:tc>
                <a:tc>
                  <a:txBody>
                    <a:bodyPr/>
                    <a:lstStyle/>
                    <a:p>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旅行後</a:t>
                      </a:r>
                      <a:endParaRPr kumimoji="1" lang="ja-JP" altLang="en-US"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pPr marL="179388" marR="0" indent="-179388" algn="l" defTabSz="914400" rtl="0" eaLnBrk="1" fontAlgn="auto" latinLnBrk="0" hangingPunct="1">
                        <a:lnSpc>
                          <a:spcPct val="100000"/>
                        </a:lnSpc>
                        <a:spcBef>
                          <a:spcPts val="0"/>
                        </a:spcBef>
                        <a:spcAft>
                          <a:spcPts val="0"/>
                        </a:spcAft>
                        <a:buClr>
                          <a:schemeClr val="tx2"/>
                        </a:buClr>
                        <a:buSzPct val="90000"/>
                        <a:buFont typeface="Verdana" panose="020B0604030504040204" pitchFamily="34" charset="0"/>
                        <a:buChar char="‒"/>
                        <a:tabLst/>
                        <a:defRPr/>
                      </a:pP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口コミ投稿</a:t>
                      </a:r>
                      <a:endParaRPr kumimoji="1"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pPr marL="179388" marR="0" indent="-179388" algn="l" defTabSz="914400" rtl="0" eaLnBrk="1" fontAlgn="auto" latinLnBrk="0" hangingPunct="1">
                        <a:lnSpc>
                          <a:spcPct val="100000"/>
                        </a:lnSpc>
                        <a:spcBef>
                          <a:spcPts val="0"/>
                        </a:spcBef>
                        <a:spcAft>
                          <a:spcPts val="0"/>
                        </a:spcAft>
                        <a:buClr>
                          <a:schemeClr val="tx2"/>
                        </a:buClr>
                        <a:buSzPct val="90000"/>
                        <a:buFont typeface="Verdana" panose="020B0604030504040204" pitchFamily="34" charset="0"/>
                        <a:buChar char="‒"/>
                        <a:tabLst/>
                        <a:defRPr/>
                      </a:pP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口コミによる運営改善</a:t>
                      </a:r>
                      <a:endParaRPr kumimoji="1"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txBody>
                  <a:tcPr/>
                </a:tc>
              </a:tr>
              <a:tr h="370840">
                <a:tc vMerge="1">
                  <a:txBody>
                    <a:bodyPr/>
                    <a:lstStyle/>
                    <a:p>
                      <a:endParaRPr kumimoji="1" lang="ja-JP" altLang="en-US" dirty="0"/>
                    </a:p>
                  </a:txBody>
                  <a:tcPr/>
                </a:tc>
                <a:tc>
                  <a:txBody>
                    <a:bodyPr/>
                    <a:lstStyle/>
                    <a:p>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災害発生時</a:t>
                      </a:r>
                      <a:endParaRPr kumimoji="1" lang="ja-JP" altLang="en-US"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pPr marL="179388" indent="-179388">
                        <a:buClr>
                          <a:schemeClr val="tx2"/>
                        </a:buClr>
                        <a:buSzPct val="90000"/>
                        <a:buFont typeface="Verdana" panose="020B0604030504040204" pitchFamily="34" charset="0"/>
                        <a:buChar char="‒"/>
                      </a:pP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最寄りの開設済避難所への道案内</a:t>
                      </a:r>
                      <a:endParaRPr kumimoji="1"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pPr marL="179388" indent="-179388">
                        <a:buClr>
                          <a:schemeClr val="tx2"/>
                        </a:buClr>
                        <a:buSzPct val="90000"/>
                        <a:buFont typeface="Verdana" panose="020B0604030504040204" pitchFamily="34" charset="0"/>
                        <a:buChar char="‒"/>
                      </a:pP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避難支援情報の把握</a:t>
                      </a:r>
                    </a:p>
                    <a:p>
                      <a:pPr marL="179388" indent="-179388">
                        <a:buClr>
                          <a:schemeClr val="tx2"/>
                        </a:buClr>
                        <a:buSzPct val="90000"/>
                        <a:buFont typeface="Verdana" panose="020B0604030504040204" pitchFamily="34" charset="0"/>
                        <a:buChar char="‒"/>
                      </a:pP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避難</a:t>
                      </a: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状況</a:t>
                      </a: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の連絡（近親者</a:t>
                      </a: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など</a:t>
                      </a: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a:t>
                      </a:r>
                      <a:endParaRPr kumimoji="1"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pPr marL="179388" indent="-179388">
                        <a:buClr>
                          <a:schemeClr val="tx2"/>
                        </a:buClr>
                        <a:buSzPct val="90000"/>
                        <a:buFont typeface="Verdana" panose="020B0604030504040204" pitchFamily="34" charset="0"/>
                        <a:buChar char="‒"/>
                      </a:pP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避難状況の発信（システム向け）</a:t>
                      </a:r>
                      <a:endParaRPr kumimoji="1" lang="ja-JP" altLang="en-US"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pPr marL="179388" indent="-179388">
                        <a:buClr>
                          <a:schemeClr val="tx2"/>
                        </a:buClr>
                        <a:buSzPct val="90000"/>
                        <a:buFont typeface="Verdana" panose="020B0604030504040204" pitchFamily="34" charset="0"/>
                        <a:buChar char="‒"/>
                      </a:pP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避難所開設・利用状況の配信</a:t>
                      </a:r>
                      <a:endParaRPr kumimoji="1"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pPr marL="179388" marR="0" indent="-179388" algn="l" defTabSz="914400" rtl="0" eaLnBrk="1" fontAlgn="auto" latinLnBrk="0" hangingPunct="1">
                        <a:lnSpc>
                          <a:spcPct val="100000"/>
                        </a:lnSpc>
                        <a:spcBef>
                          <a:spcPts val="0"/>
                        </a:spcBef>
                        <a:spcAft>
                          <a:spcPts val="0"/>
                        </a:spcAft>
                        <a:buClr>
                          <a:schemeClr val="tx2"/>
                        </a:buClr>
                        <a:buSzPct val="90000"/>
                        <a:buFont typeface="Verdana" panose="020B0604030504040204" pitchFamily="34" charset="0"/>
                        <a:buChar char="‒"/>
                        <a:tabLst/>
                        <a:defRPr/>
                      </a:pP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避難支援情報の発信</a:t>
                      </a:r>
                    </a:p>
                    <a:p>
                      <a:pPr marL="179388" indent="-179388">
                        <a:buClr>
                          <a:schemeClr val="tx2"/>
                        </a:buClr>
                        <a:buSzPct val="90000"/>
                        <a:buFont typeface="Verdana" panose="020B0604030504040204" pitchFamily="34" charset="0"/>
                        <a:buChar char="‒"/>
                      </a:pPr>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ユーザー避難状況の把握</a:t>
                      </a:r>
                      <a:endParaRPr kumimoji="1"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txBody>
                  <a:tcPr/>
                </a:tc>
              </a:tr>
            </a:tbl>
          </a:graphicData>
        </a:graphic>
      </p:graphicFrame>
    </p:spTree>
    <p:extLst>
      <p:ext uri="{BB962C8B-B14F-4D97-AF65-F5344CB8AC3E}">
        <p14:creationId xmlns:p14="http://schemas.microsoft.com/office/powerpoint/2010/main" val="2667602989"/>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グループ化 18"/>
          <p:cNvGrpSpPr/>
          <p:nvPr/>
        </p:nvGrpSpPr>
        <p:grpSpPr>
          <a:xfrm>
            <a:off x="1" y="4821094"/>
            <a:ext cx="4736974" cy="436586"/>
            <a:chOff x="1" y="4667650"/>
            <a:chExt cx="4736974" cy="811127"/>
          </a:xfrm>
        </p:grpSpPr>
        <p:sp>
          <p:nvSpPr>
            <p:cNvPr id="47" name="正方形/長方形 46"/>
            <p:cNvSpPr/>
            <p:nvPr/>
          </p:nvSpPr>
          <p:spPr bwMode="auto">
            <a:xfrm rot="5400000">
              <a:off x="1978185" y="4604901"/>
              <a:ext cx="811126" cy="936625"/>
            </a:xfrm>
            <a:prstGeom prst="rect">
              <a:avLst/>
            </a:prstGeom>
            <a:gradFill flip="none" rotWithShape="1">
              <a:gsLst>
                <a:gs pos="100000">
                  <a:schemeClr val="bg1"/>
                </a:gs>
                <a:gs pos="0">
                  <a:srgbClr val="FF3300"/>
                </a:gs>
              </a:gsLst>
              <a:lin ang="0" scaled="1"/>
              <a:tileRect/>
            </a:gradFill>
            <a:ln w="9525" cap="flat" cmpd="sng" algn="ctr">
              <a:noFill/>
              <a:prstDash val="solid"/>
              <a:round/>
              <a:headEnd type="none" w="med" len="med"/>
              <a:tailEnd type="none" w="med" len="med"/>
            </a:ln>
            <a:effectLst/>
          </p:spPr>
          <p:txBody>
            <a:bodyPr wrap="none" lIns="90000" tIns="46800" rIns="90000" bIns="46800" anchor="ctr"/>
            <a:lstStyle/>
            <a:p>
              <a:pPr>
                <a:defRPr/>
              </a:pPr>
              <a:endParaRPr lang="ja-JP" altLang="en-US"/>
            </a:p>
          </p:txBody>
        </p:sp>
        <p:sp>
          <p:nvSpPr>
            <p:cNvPr id="49" name="二等辺三角形 48"/>
            <p:cNvSpPr/>
            <p:nvPr/>
          </p:nvSpPr>
          <p:spPr bwMode="auto">
            <a:xfrm rot="5400000" flipH="1" flipV="1">
              <a:off x="551512" y="4116139"/>
              <a:ext cx="811127" cy="1914149"/>
            </a:xfrm>
            <a:prstGeom prst="triangle">
              <a:avLst>
                <a:gd name="adj" fmla="val 0"/>
              </a:avLst>
            </a:prstGeom>
            <a:gradFill flip="none" rotWithShape="1">
              <a:gsLst>
                <a:gs pos="100000">
                  <a:schemeClr val="bg1"/>
                </a:gs>
                <a:gs pos="0">
                  <a:srgbClr val="FF3300"/>
                </a:gs>
              </a:gsLst>
              <a:lin ang="10800000" scaled="1"/>
              <a:tileRect/>
            </a:gradFill>
            <a:ln w="9525" cap="flat" cmpd="sng" algn="ctr">
              <a:noFill/>
              <a:prstDash val="solid"/>
              <a:round/>
              <a:headEnd type="none" w="med" len="med"/>
              <a:tailEnd type="none" w="med" len="med"/>
            </a:ln>
            <a:effectLst/>
          </p:spPr>
          <p:txBody>
            <a:bodyPr wrap="none" lIns="90000" tIns="46800" rIns="90000" bIns="46800" anchor="ctr"/>
            <a:lstStyle/>
            <a:p>
              <a:pPr>
                <a:defRPr/>
              </a:pPr>
              <a:endParaRPr lang="ja-JP" altLang="en-US"/>
            </a:p>
          </p:txBody>
        </p:sp>
        <p:sp>
          <p:nvSpPr>
            <p:cNvPr id="52" name="二等辺三角形 51"/>
            <p:cNvSpPr/>
            <p:nvPr/>
          </p:nvSpPr>
          <p:spPr bwMode="auto">
            <a:xfrm rot="5400000" flipH="1">
              <a:off x="3388052" y="4129853"/>
              <a:ext cx="811126" cy="1886721"/>
            </a:xfrm>
            <a:prstGeom prst="triangle">
              <a:avLst>
                <a:gd name="adj" fmla="val 0"/>
              </a:avLst>
            </a:prstGeom>
            <a:gradFill flip="none" rotWithShape="1">
              <a:gsLst>
                <a:gs pos="100000">
                  <a:schemeClr val="bg1"/>
                </a:gs>
                <a:gs pos="0">
                  <a:srgbClr val="FF3300"/>
                </a:gs>
              </a:gsLst>
              <a:lin ang="10800000" scaled="1"/>
              <a:tileRect/>
            </a:gradFill>
            <a:ln w="9525" cap="flat" cmpd="sng" algn="ctr">
              <a:noFill/>
              <a:prstDash val="solid"/>
              <a:round/>
              <a:headEnd type="none" w="med" len="med"/>
              <a:tailEnd type="none" w="med" len="med"/>
            </a:ln>
            <a:effectLst/>
          </p:spPr>
          <p:txBody>
            <a:bodyPr wrap="none" lIns="90000" tIns="46800" rIns="90000" bIns="46800" anchor="ctr"/>
            <a:lstStyle/>
            <a:p>
              <a:pPr>
                <a:defRPr/>
              </a:pPr>
              <a:endParaRPr lang="ja-JP" altLang="en-US"/>
            </a:p>
          </p:txBody>
        </p:sp>
      </p:grpSp>
      <p:sp>
        <p:nvSpPr>
          <p:cNvPr id="2" name="タイトル 1"/>
          <p:cNvSpPr>
            <a:spLocks noGrp="1"/>
          </p:cNvSpPr>
          <p:nvPr>
            <p:ph type="title"/>
          </p:nvPr>
        </p:nvSpPr>
        <p:spPr/>
        <p:txBody>
          <a:bodyPr/>
          <a:lstStyle/>
          <a:p>
            <a:r>
              <a:rPr kumimoji="1" lang="ja-JP" altLang="en-US" dirty="0"/>
              <a:t>利用シーン</a:t>
            </a:r>
            <a:r>
              <a:rPr kumimoji="1" lang="ja-JP" altLang="en-US" dirty="0" smtClean="0"/>
              <a:t>詳細：利用開始～計画時</a:t>
            </a:r>
            <a:endParaRPr kumimoji="1" lang="ja-JP" altLang="en-US" dirty="0"/>
          </a:p>
        </p:txBody>
      </p:sp>
      <p:sp>
        <p:nvSpPr>
          <p:cNvPr id="3" name="コンテンツ プレースホルダー 2"/>
          <p:cNvSpPr>
            <a:spLocks noGrp="1"/>
          </p:cNvSpPr>
          <p:nvPr>
            <p:ph idx="1"/>
          </p:nvPr>
        </p:nvSpPr>
        <p:spPr>
          <a:xfrm>
            <a:off x="0" y="908051"/>
            <a:ext cx="9899650" cy="1277648"/>
          </a:xfrm>
        </p:spPr>
        <p:txBody>
          <a:bodyPr/>
          <a:lstStyle/>
          <a:p>
            <a:r>
              <a:rPr kumimoji="1" lang="ja-JP" altLang="en-US" dirty="0" smtClean="0"/>
              <a:t>アプリユーザーである観光客は</a:t>
            </a:r>
            <a:r>
              <a:rPr kumimoji="1" lang="ja-JP" altLang="en-US" dirty="0" smtClean="0"/>
              <a:t>、観光施設情報やイベント開催情報、他ユーザー</a:t>
            </a:r>
            <a:r>
              <a:rPr lang="ja-JP" altLang="en-US" dirty="0" smtClean="0"/>
              <a:t>からの口コミ情報</a:t>
            </a:r>
            <a:r>
              <a:rPr kumimoji="1" lang="ja-JP" altLang="en-US" dirty="0" smtClean="0"/>
              <a:t>を確認しながら、旅行時に行きたい観光施設をリストアップして旅行計画を立てます。</a:t>
            </a:r>
            <a:r>
              <a:rPr kumimoji="1" lang="en-US" altLang="ja-JP" dirty="0" smtClean="0"/>
              <a:t/>
            </a:r>
            <a:br>
              <a:rPr kumimoji="1" lang="en-US" altLang="ja-JP" dirty="0" smtClean="0"/>
            </a:br>
            <a:r>
              <a:rPr kumimoji="1" lang="ja-JP" altLang="en-US" dirty="0" smtClean="0"/>
              <a:t>また、観光施設運営側は、行き先施設として登録したアプリユーザー数や、アプリ利用開始時に登録するユーザー属性情報（年代、性別、居住地など）を受信でき、これらを分析して施設運営に活用できます。</a:t>
            </a:r>
            <a:endParaRPr kumimoji="1" lang="ja-JP" altLang="en-US" dirty="0"/>
          </a:p>
        </p:txBody>
      </p:sp>
      <p:sp>
        <p:nvSpPr>
          <p:cNvPr id="4" name="スライド番号プレースホルダー 3"/>
          <p:cNvSpPr>
            <a:spLocks noGrp="1"/>
          </p:cNvSpPr>
          <p:nvPr>
            <p:ph type="sldNum" sz="quarter" idx="10"/>
          </p:nvPr>
        </p:nvSpPr>
        <p:spPr/>
        <p:txBody>
          <a:bodyPr/>
          <a:lstStyle/>
          <a:p>
            <a:pPr>
              <a:defRPr/>
            </a:pPr>
            <a:fld id="{55C9B671-DA52-43A5-A461-2113FA4BBC4F}" type="slidenum">
              <a:rPr lang="en-US" altLang="ja-JP" smtClean="0"/>
              <a:pPr>
                <a:defRPr/>
              </a:pPr>
              <a:t>5</a:t>
            </a:fld>
            <a:endParaRPr lang="en-US" altLang="ja-JP"/>
          </a:p>
        </p:txBody>
      </p:sp>
      <p:pic>
        <p:nvPicPr>
          <p:cNvPr id="28" name="図 2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7420" y="3270470"/>
            <a:ext cx="1515260" cy="1515260"/>
          </a:xfrm>
          <a:prstGeom prst="rect">
            <a:avLst/>
          </a:prstGeom>
        </p:spPr>
      </p:pic>
      <p:cxnSp>
        <p:nvCxnSpPr>
          <p:cNvPr id="29" name="直線矢印コネクタ 28"/>
          <p:cNvCxnSpPr>
            <a:stCxn id="55" idx="3"/>
            <a:endCxn id="40" idx="1"/>
          </p:cNvCxnSpPr>
          <p:nvPr/>
        </p:nvCxnSpPr>
        <p:spPr bwMode="auto">
          <a:xfrm flipV="1">
            <a:off x="3584848" y="3764940"/>
            <a:ext cx="3143277" cy="2064366"/>
          </a:xfrm>
          <a:prstGeom prst="bentConnector3">
            <a:avLst>
              <a:gd name="adj1" fmla="val 10751"/>
            </a:avLst>
          </a:prstGeom>
          <a:ln w="76200">
            <a:headEnd type="none" w="med" len="med"/>
            <a:tailEnd type="triangle"/>
          </a:ln>
          <a:extLst/>
        </p:spPr>
        <p:style>
          <a:lnRef idx="3">
            <a:schemeClr val="accent1"/>
          </a:lnRef>
          <a:fillRef idx="0">
            <a:schemeClr val="accent1"/>
          </a:fillRef>
          <a:effectRef idx="2">
            <a:schemeClr val="accent1"/>
          </a:effectRef>
          <a:fontRef idx="minor">
            <a:schemeClr val="tx1"/>
          </a:fontRef>
        </p:style>
      </p:cxnSp>
      <p:cxnSp>
        <p:nvCxnSpPr>
          <p:cNvPr id="34" name="直線矢印コネクタ 21"/>
          <p:cNvCxnSpPr>
            <a:stCxn id="35" idx="0"/>
            <a:endCxn id="27" idx="0"/>
          </p:cNvCxnSpPr>
          <p:nvPr/>
        </p:nvCxnSpPr>
        <p:spPr bwMode="auto">
          <a:xfrm rot="16200000" flipV="1">
            <a:off x="4754219" y="281189"/>
            <a:ext cx="655996" cy="5371000"/>
          </a:xfrm>
          <a:prstGeom prst="curvedConnector3">
            <a:avLst>
              <a:gd name="adj1" fmla="val 170249"/>
            </a:avLst>
          </a:prstGeom>
          <a:ln w="101600">
            <a:headEnd type="none" w="med" len="med"/>
            <a:tailEnd type="triangle"/>
          </a:ln>
          <a:extLst/>
        </p:spPr>
        <p:style>
          <a:lnRef idx="3">
            <a:schemeClr val="accent3"/>
          </a:lnRef>
          <a:fillRef idx="0">
            <a:schemeClr val="accent3"/>
          </a:fillRef>
          <a:effectRef idx="2">
            <a:schemeClr val="accent3"/>
          </a:effectRef>
          <a:fontRef idx="minor">
            <a:schemeClr val="tx1"/>
          </a:fontRef>
        </p:style>
      </p:cxnSp>
      <p:sp>
        <p:nvSpPr>
          <p:cNvPr id="35" name="正方形/長方形 34"/>
          <p:cNvSpPr/>
          <p:nvPr/>
        </p:nvSpPr>
        <p:spPr bwMode="auto">
          <a:xfrm>
            <a:off x="7648671" y="3294687"/>
            <a:ext cx="238091" cy="272282"/>
          </a:xfrm>
          <a:prstGeom prst="rect">
            <a:avLst/>
          </a:prstGeom>
          <a:no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eaLnBrk="1" hangingPunct="1">
              <a:spcBef>
                <a:spcPct val="5000"/>
              </a:spcBef>
              <a:buSzPct val="60000"/>
              <a:buFont typeface="Wingdings" panose="05000000000000000000" pitchFamily="2" charset="2"/>
              <a:buNone/>
            </a:pPr>
            <a:endParaRPr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grpSp>
        <p:nvGrpSpPr>
          <p:cNvPr id="77" name="グループ化 76"/>
          <p:cNvGrpSpPr/>
          <p:nvPr/>
        </p:nvGrpSpPr>
        <p:grpSpPr>
          <a:xfrm>
            <a:off x="3981593" y="4322124"/>
            <a:ext cx="1918478" cy="432000"/>
            <a:chOff x="3045489" y="3879820"/>
            <a:chExt cx="1918478" cy="432000"/>
          </a:xfrm>
        </p:grpSpPr>
        <p:sp>
          <p:nvSpPr>
            <p:cNvPr id="26" name="正方形/長方形 25"/>
            <p:cNvSpPr/>
            <p:nvPr/>
          </p:nvSpPr>
          <p:spPr bwMode="auto">
            <a:xfrm>
              <a:off x="3421348" y="3959679"/>
              <a:ext cx="1542619" cy="272282"/>
            </a:xfrm>
            <a:prstGeom prst="rect">
              <a:avLst/>
            </a:prstGeom>
            <a:noFill/>
            <a:ln w="9525"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bodyPr>
            <a:lstStyle/>
            <a:p>
              <a:pPr eaLnBrk="1" hangingPunct="1">
                <a:spcBef>
                  <a:spcPct val="5000"/>
                </a:spcBef>
                <a:buSzPct val="60000"/>
                <a:buFont typeface="Wingdings" panose="05000000000000000000" pitchFamily="2" charset="2"/>
                <a:buNone/>
              </a:pPr>
              <a:r>
                <a:rPr lang="ja-JP" altLang="en-US" sz="1050" b="0" dirty="0">
                  <a:latin typeface="メイリオ" panose="020B0604030504040204" pitchFamily="50" charset="-128"/>
                  <a:ea typeface="メイリオ" panose="020B0604030504040204" pitchFamily="50" charset="-128"/>
                  <a:cs typeface="メイリオ" panose="020B0604030504040204" pitchFamily="50" charset="-128"/>
                </a:rPr>
                <a:t>ユーザー</a:t>
              </a:r>
              <a:r>
                <a:rPr lang="ja-JP" altLang="en-US" sz="1050" b="0" dirty="0" smtClean="0">
                  <a:latin typeface="メイリオ" panose="020B0604030504040204" pitchFamily="50" charset="-128"/>
                  <a:ea typeface="メイリオ" panose="020B0604030504040204" pitchFamily="50" charset="-128"/>
                  <a:cs typeface="メイリオ" panose="020B0604030504040204" pitchFamily="50" charset="-128"/>
                </a:rPr>
                <a:t>属性</a:t>
              </a:r>
              <a:r>
                <a:rPr lang="en-US" altLang="ja-JP" sz="1050" b="0" dirty="0" smtClean="0">
                  <a:latin typeface="メイリオ" panose="020B0604030504040204" pitchFamily="50" charset="-128"/>
                  <a:ea typeface="メイリオ" panose="020B0604030504040204" pitchFamily="50" charset="-128"/>
                  <a:cs typeface="メイリオ" panose="020B0604030504040204" pitchFamily="50" charset="-128"/>
                </a:rPr>
                <a:t/>
              </a:r>
              <a:br>
                <a:rPr lang="en-US" altLang="ja-JP" sz="1050" b="0" dirty="0" smtClean="0">
                  <a:latin typeface="メイリオ" panose="020B0604030504040204" pitchFamily="50" charset="-128"/>
                  <a:ea typeface="メイリオ" panose="020B0604030504040204" pitchFamily="50" charset="-128"/>
                  <a:cs typeface="メイリオ" panose="020B0604030504040204" pitchFamily="50" charset="-128"/>
                </a:rPr>
              </a:br>
              <a:r>
                <a:rPr lang="ja-JP" altLang="en-US" sz="1050" b="0" dirty="0" smtClean="0">
                  <a:latin typeface="メイリオ" panose="020B0604030504040204" pitchFamily="50" charset="-128"/>
                  <a:ea typeface="メイリオ" panose="020B0604030504040204" pitchFamily="50" charset="-128"/>
                  <a:cs typeface="メイリオ" panose="020B0604030504040204" pitchFamily="50" charset="-128"/>
                </a:rPr>
                <a:t>（性別、年代、居住地域など）</a:t>
              </a:r>
              <a:endParaRPr lang="ja-JP" altLang="en-US" sz="1050" b="0"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37" name="図 3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45489" y="3879820"/>
              <a:ext cx="432000" cy="432000"/>
            </a:xfrm>
            <a:prstGeom prst="rect">
              <a:avLst/>
            </a:prstGeom>
          </p:spPr>
        </p:pic>
      </p:grpSp>
      <p:sp>
        <p:nvSpPr>
          <p:cNvPr id="38" name="正方形/長方形 37"/>
          <p:cNvSpPr/>
          <p:nvPr/>
        </p:nvSpPr>
        <p:spPr bwMode="auto">
          <a:xfrm>
            <a:off x="6599073" y="4437112"/>
            <a:ext cx="2424781" cy="302879"/>
          </a:xfrm>
          <a:prstGeom prst="rect">
            <a:avLst/>
          </a:prstGeom>
          <a:no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algn="ctr" eaLnBrk="1" hangingPunct="1">
              <a:spcBef>
                <a:spcPct val="5000"/>
              </a:spcBef>
              <a:buSzPct val="60000"/>
              <a:buFont typeface="Wingdings" panose="05000000000000000000" pitchFamily="2" charset="2"/>
              <a:buNone/>
            </a:pP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サーバーサイドアプリ</a:t>
            </a:r>
            <a:endParaRPr lang="en-US" altLang="ja-JP" b="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9" name="正方形/長方形 38"/>
          <p:cNvSpPr/>
          <p:nvPr/>
        </p:nvSpPr>
        <p:spPr bwMode="auto">
          <a:xfrm>
            <a:off x="3656856" y="2276872"/>
            <a:ext cx="3053844" cy="594085"/>
          </a:xfrm>
          <a:prstGeom prst="rect">
            <a:avLst/>
          </a:prstGeom>
          <a:no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R="0" algn="ctr" defTabSz="914400" rtl="0" eaLnBrk="1" fontAlgn="base" latinLnBrk="0" hangingPunct="1">
              <a:lnSpc>
                <a:spcPct val="100000"/>
              </a:lnSpc>
              <a:spcBef>
                <a:spcPct val="5000"/>
              </a:spcBef>
              <a:spcAft>
                <a:spcPct val="0"/>
              </a:spcAft>
              <a:buClrTx/>
              <a:buSzPct val="60000"/>
              <a:buFont typeface="Wingdings" panose="05000000000000000000" pitchFamily="2" charset="2"/>
              <a:buNone/>
              <a:tabLst/>
            </a:pPr>
            <a:r>
              <a:rPr kumimoji="1" lang="ja-JP" altLang="en-US" b="0" i="0" u="none" strike="noStrike" cap="none" normalizeH="0" baseline="0" dirty="0" smtClean="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rPr>
              <a:t>観光施設情報や</a:t>
            </a:r>
            <a:r>
              <a:rPr kumimoji="1" lang="en-US" altLang="ja-JP" b="0" i="0" u="none" strike="noStrike" cap="none" normalizeH="0" baseline="0" dirty="0" smtClean="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rPr>
              <a:t/>
            </a:r>
            <a:br>
              <a:rPr kumimoji="1" lang="en-US" altLang="ja-JP" b="0" i="0" u="none" strike="noStrike" cap="none" normalizeH="0" baseline="0" dirty="0" smtClean="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rPr>
            </a:br>
            <a:r>
              <a:rPr kumimoji="1" lang="ja-JP" altLang="en-US" b="0" i="0" u="none" strike="noStrike" cap="none" normalizeH="0" baseline="0" dirty="0" smtClean="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rPr>
              <a:t>イベント情報、口コミ情報、</a:t>
            </a:r>
            <a:endParaRPr kumimoji="1" lang="en-US" altLang="ja-JP" b="0" i="0" u="none" strike="noStrike" cap="none" normalizeH="0" baseline="0" dirty="0" smtClean="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endParaRPr>
          </a:p>
          <a:p>
            <a:pPr marR="0" algn="ctr" defTabSz="914400" rtl="0" eaLnBrk="1" fontAlgn="base" latinLnBrk="0" hangingPunct="1">
              <a:lnSpc>
                <a:spcPct val="100000"/>
              </a:lnSpc>
              <a:spcBef>
                <a:spcPct val="5000"/>
              </a:spcBef>
              <a:spcAft>
                <a:spcPct val="0"/>
              </a:spcAft>
              <a:buClrTx/>
              <a:buSzPct val="60000"/>
              <a:buFont typeface="Wingdings" panose="05000000000000000000" pitchFamily="2" charset="2"/>
              <a:buNone/>
              <a:tabLst/>
            </a:pPr>
            <a:r>
              <a:rPr kumimoji="1" lang="ja-JP" altLang="en-US" b="0" i="0" u="none" strike="noStrike" cap="none" normalizeH="0" baseline="0" dirty="0" smtClean="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rPr>
              <a:t>クーポンなどのコンテンツ</a:t>
            </a:r>
          </a:p>
        </p:txBody>
      </p:sp>
      <p:pic>
        <p:nvPicPr>
          <p:cNvPr id="40" name="図 3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28125" y="2720824"/>
            <a:ext cx="2088232" cy="2088232"/>
          </a:xfrm>
          <a:prstGeom prst="rect">
            <a:avLst/>
          </a:prstGeom>
        </p:spPr>
      </p:pic>
      <p:sp>
        <p:nvSpPr>
          <p:cNvPr id="21" name="円形吹き出し 20"/>
          <p:cNvSpPr/>
          <p:nvPr/>
        </p:nvSpPr>
        <p:spPr bwMode="auto">
          <a:xfrm>
            <a:off x="56456" y="2162115"/>
            <a:ext cx="2119796" cy="1057556"/>
          </a:xfrm>
          <a:prstGeom prst="wedgeEllipseCallout">
            <a:avLst>
              <a:gd name="adj1" fmla="val 4029"/>
              <a:gd name="adj2" fmla="val 65987"/>
            </a:avLst>
          </a:prstGeom>
          <a:ln>
            <a:headEnd type="none" w="med" len="med"/>
            <a:tailEnd type="none" w="med" len="med"/>
          </a:ln>
          <a:extLst/>
        </p:spPr>
        <p:style>
          <a:lnRef idx="3">
            <a:schemeClr val="lt1"/>
          </a:lnRef>
          <a:fillRef idx="1">
            <a:schemeClr val="accent1"/>
          </a:fillRef>
          <a:effectRef idx="1">
            <a:schemeClr val="accent1"/>
          </a:effectRef>
          <a:fontRef idx="minor">
            <a:schemeClr val="lt1"/>
          </a:fontRef>
        </p:style>
        <p:txBody>
          <a:bodyPr vert="horz" wrap="none" lIns="0" tIns="72000" rIns="0" bIns="0" numCol="1" rtlCol="0" anchor="t" anchorCtr="0" compatLnSpc="1">
            <a:prstTxWarp prst="textNoShape">
              <a:avLst/>
            </a:prstTxWarp>
          </a:bodyPr>
          <a:lstStyle/>
          <a:p>
            <a:pPr marL="171450" indent="-171450" eaLnBrk="1" hangingPunct="1">
              <a:spcBef>
                <a:spcPct val="5000"/>
              </a:spcBef>
              <a:buSzPct val="80000"/>
              <a:buFont typeface="Wingdings" panose="05000000000000000000" pitchFamily="2" charset="2"/>
              <a:buChar char="Ø"/>
            </a:pPr>
            <a:r>
              <a:rPr lang="ja-JP" altLang="en-US" sz="1050" b="0" dirty="0">
                <a:latin typeface="メイリオ" panose="020B0604030504040204" pitchFamily="50" charset="-128"/>
                <a:ea typeface="メイリオ" panose="020B0604030504040204" pitchFamily="50" charset="-128"/>
                <a:cs typeface="メイリオ" panose="020B0604030504040204" pitchFamily="50" charset="-128"/>
              </a:rPr>
              <a:t>詳しい</a:t>
            </a:r>
            <a:r>
              <a:rPr lang="ja-JP" altLang="en-US" sz="1050" b="0" dirty="0" smtClean="0">
                <a:latin typeface="メイリオ" panose="020B0604030504040204" pitchFamily="50" charset="-128"/>
                <a:ea typeface="メイリオ" panose="020B0604030504040204" pitchFamily="50" charset="-128"/>
                <a:cs typeface="メイリオ" panose="020B0604030504040204" pitchFamily="50" charset="-128"/>
              </a:rPr>
              <a:t>施設情報</a:t>
            </a:r>
            <a:r>
              <a:rPr lang="ja-JP" altLang="en-US" sz="1050" b="0" dirty="0">
                <a:latin typeface="メイリオ" panose="020B0604030504040204" pitchFamily="50" charset="-128"/>
                <a:ea typeface="メイリオ" panose="020B0604030504040204" pitchFamily="50" charset="-128"/>
                <a:cs typeface="メイリオ" panose="020B0604030504040204" pitchFamily="50" charset="-128"/>
              </a:rPr>
              <a:t>が</a:t>
            </a:r>
            <a:r>
              <a:rPr lang="ja-JP" altLang="en-US" sz="1050" b="0" dirty="0" smtClean="0">
                <a:latin typeface="メイリオ" panose="020B0604030504040204" pitchFamily="50" charset="-128"/>
                <a:ea typeface="メイリオ" panose="020B0604030504040204" pitchFamily="50" charset="-128"/>
                <a:cs typeface="メイリオ" panose="020B0604030504040204" pitchFamily="50" charset="-128"/>
              </a:rPr>
              <a:t>分かる</a:t>
            </a:r>
            <a:endParaRPr lang="en-US" altLang="ja-JP" sz="1050" b="0" dirty="0">
              <a:latin typeface="メイリオ" panose="020B0604030504040204" pitchFamily="50" charset="-128"/>
              <a:ea typeface="メイリオ" panose="020B0604030504040204" pitchFamily="50" charset="-128"/>
              <a:cs typeface="メイリオ" panose="020B0604030504040204" pitchFamily="50" charset="-128"/>
            </a:endParaRPr>
          </a:p>
          <a:p>
            <a:pPr marL="171450" indent="-171450" eaLnBrk="1" hangingPunct="1">
              <a:spcBef>
                <a:spcPct val="5000"/>
              </a:spcBef>
              <a:buSzPct val="80000"/>
              <a:buFont typeface="Wingdings" panose="05000000000000000000" pitchFamily="2" charset="2"/>
              <a:buChar char="Ø"/>
            </a:pPr>
            <a:r>
              <a:rPr lang="ja-JP" altLang="en-US" sz="1050" b="0" dirty="0">
                <a:latin typeface="メイリオ" panose="020B0604030504040204" pitchFamily="50" charset="-128"/>
                <a:ea typeface="メイリオ" panose="020B0604030504040204" pitchFamily="50" charset="-128"/>
                <a:cs typeface="メイリオ" panose="020B0604030504040204" pitchFamily="50" charset="-128"/>
              </a:rPr>
              <a:t>旅行時に魅力的</a:t>
            </a:r>
            <a:r>
              <a:rPr lang="ja-JP" altLang="en-US" sz="1050" b="0" dirty="0" smtClean="0">
                <a:latin typeface="メイリオ" panose="020B0604030504040204" pitchFamily="50" charset="-128"/>
                <a:ea typeface="メイリオ" panose="020B0604030504040204" pitchFamily="50" charset="-128"/>
                <a:cs typeface="メイリオ" panose="020B0604030504040204" pitchFamily="50" charset="-128"/>
              </a:rPr>
              <a:t>な</a:t>
            </a:r>
            <a:r>
              <a:rPr lang="en-US" altLang="ja-JP" sz="1050" b="0" dirty="0" smtClean="0">
                <a:latin typeface="メイリオ" panose="020B0604030504040204" pitchFamily="50" charset="-128"/>
                <a:ea typeface="メイリオ" panose="020B0604030504040204" pitchFamily="50" charset="-128"/>
                <a:cs typeface="メイリオ" panose="020B0604030504040204" pitchFamily="50" charset="-128"/>
              </a:rPr>
              <a:t/>
            </a:r>
            <a:br>
              <a:rPr lang="en-US" altLang="ja-JP" sz="1050" b="0" dirty="0" smtClean="0">
                <a:latin typeface="メイリオ" panose="020B0604030504040204" pitchFamily="50" charset="-128"/>
                <a:ea typeface="メイリオ" panose="020B0604030504040204" pitchFamily="50" charset="-128"/>
                <a:cs typeface="メイリオ" panose="020B0604030504040204" pitchFamily="50" charset="-128"/>
              </a:rPr>
            </a:br>
            <a:r>
              <a:rPr lang="ja-JP" altLang="en-US" sz="1050" b="0" dirty="0" smtClean="0">
                <a:latin typeface="メイリオ" panose="020B0604030504040204" pitchFamily="50" charset="-128"/>
                <a:ea typeface="メイリオ" panose="020B0604030504040204" pitchFamily="50" charset="-128"/>
                <a:cs typeface="メイリオ" panose="020B0604030504040204" pitchFamily="50" charset="-128"/>
              </a:rPr>
              <a:t>イベント</a:t>
            </a:r>
            <a:r>
              <a:rPr lang="ja-JP" altLang="en-US" sz="1050" b="0" dirty="0">
                <a:latin typeface="メイリオ" panose="020B0604030504040204" pitchFamily="50" charset="-128"/>
                <a:ea typeface="メイリオ" panose="020B0604030504040204" pitchFamily="50" charset="-128"/>
                <a:cs typeface="メイリオ" panose="020B0604030504040204" pitchFamily="50" charset="-128"/>
              </a:rPr>
              <a:t>が</a:t>
            </a:r>
            <a:r>
              <a:rPr lang="ja-JP" altLang="en-US" sz="1050" b="0" dirty="0" smtClean="0">
                <a:latin typeface="メイリオ" panose="020B0604030504040204" pitchFamily="50" charset="-128"/>
                <a:ea typeface="メイリオ" panose="020B0604030504040204" pitchFamily="50" charset="-128"/>
                <a:cs typeface="メイリオ" panose="020B0604030504040204" pitchFamily="50" charset="-128"/>
              </a:rPr>
              <a:t>ある</a:t>
            </a:r>
            <a:endParaRPr lang="ja-JP" altLang="en-US" sz="1050" b="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2" name="正方形/長方形 41"/>
          <p:cNvSpPr/>
          <p:nvPr/>
        </p:nvSpPr>
        <p:spPr bwMode="auto">
          <a:xfrm>
            <a:off x="528844" y="3705610"/>
            <a:ext cx="1364658" cy="402673"/>
          </a:xfrm>
          <a:prstGeom prst="rect">
            <a:avLst/>
          </a:prstGeom>
          <a:solidFill>
            <a:srgbClr val="FFFFFF">
              <a:alpha val="69804"/>
            </a:srgbClr>
          </a:solidFill>
          <a:ln w="9525"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bodyPr>
          <a:lstStyle/>
          <a:p>
            <a:pPr algn="ctr" eaLnBrk="1" hangingPunct="1">
              <a:spcBef>
                <a:spcPct val="5000"/>
              </a:spcBef>
              <a:buSzPct val="60000"/>
              <a:buFont typeface="Wingdings" panose="05000000000000000000" pitchFamily="2" charset="2"/>
              <a:buNone/>
            </a:pPr>
            <a:r>
              <a:rPr lang="ja-JP" altLang="en-US" sz="1000" b="0" dirty="0" smtClean="0">
                <a:latin typeface="メイリオ" panose="020B0604030504040204" pitchFamily="50" charset="-128"/>
                <a:ea typeface="メイリオ" panose="020B0604030504040204" pitchFamily="50" charset="-128"/>
                <a:cs typeface="メイリオ" panose="020B0604030504040204" pitchFamily="50" charset="-128"/>
              </a:rPr>
              <a:t>観光客</a:t>
            </a:r>
            <a:r>
              <a:rPr lang="en-US" altLang="ja-JP" sz="1000" b="0" dirty="0" smtClean="0">
                <a:latin typeface="メイリオ" panose="020B0604030504040204" pitchFamily="50" charset="-128"/>
                <a:ea typeface="メイリオ" panose="020B0604030504040204" pitchFamily="50" charset="-128"/>
                <a:cs typeface="メイリオ" panose="020B0604030504040204" pitchFamily="50" charset="-128"/>
              </a:rPr>
              <a:t/>
            </a:r>
            <a:br>
              <a:rPr lang="en-US" altLang="ja-JP" sz="1000" b="0" dirty="0" smtClean="0">
                <a:latin typeface="メイリオ" panose="020B0604030504040204" pitchFamily="50" charset="-128"/>
                <a:ea typeface="メイリオ" panose="020B0604030504040204" pitchFamily="50" charset="-128"/>
                <a:cs typeface="メイリオ" panose="020B0604030504040204" pitchFamily="50" charset="-128"/>
              </a:rPr>
            </a:br>
            <a:r>
              <a:rPr lang="ja-JP" altLang="en-US" sz="1000" b="0" dirty="0" smtClean="0">
                <a:latin typeface="メイリオ" panose="020B0604030504040204" pitchFamily="50" charset="-128"/>
                <a:ea typeface="メイリオ" panose="020B0604030504040204" pitchFamily="50" charset="-128"/>
                <a:cs typeface="メイリオ" panose="020B0604030504040204" pitchFamily="50" charset="-128"/>
              </a:rPr>
              <a:t>（アプリユーザー）</a:t>
            </a:r>
            <a:endParaRPr lang="ja-JP" altLang="en-US" sz="1000" b="0"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8" name="図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677452" y="4528286"/>
            <a:ext cx="1080000" cy="1080000"/>
          </a:xfrm>
          <a:prstGeom prst="rect">
            <a:avLst/>
          </a:prstGeom>
        </p:spPr>
      </p:pic>
      <p:sp>
        <p:nvSpPr>
          <p:cNvPr id="43" name="正方形/長方形 42"/>
          <p:cNvSpPr/>
          <p:nvPr/>
        </p:nvSpPr>
        <p:spPr bwMode="auto">
          <a:xfrm>
            <a:off x="8535123" y="5552931"/>
            <a:ext cx="1364658" cy="271499"/>
          </a:xfrm>
          <a:prstGeom prst="rect">
            <a:avLst/>
          </a:prstGeom>
          <a:noFill/>
          <a:ln w="9525"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bodyPr>
          <a:lstStyle/>
          <a:p>
            <a:pPr algn="ctr" eaLnBrk="1" hangingPunct="1">
              <a:spcBef>
                <a:spcPct val="5000"/>
              </a:spcBef>
              <a:buSzPct val="60000"/>
              <a:buFont typeface="Wingdings" panose="05000000000000000000" pitchFamily="2" charset="2"/>
              <a:buNone/>
            </a:pP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観光施設運営者</a:t>
            </a:r>
            <a:endParaRPr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44" name="直線矢印コネクタ 21"/>
          <p:cNvCxnSpPr>
            <a:stCxn id="51" idx="0"/>
            <a:endCxn id="46" idx="3"/>
          </p:cNvCxnSpPr>
          <p:nvPr/>
        </p:nvCxnSpPr>
        <p:spPr bwMode="auto">
          <a:xfrm rot="16200000" flipV="1">
            <a:off x="8579638" y="4077876"/>
            <a:ext cx="815065" cy="435491"/>
          </a:xfrm>
          <a:prstGeom prst="bentConnector2">
            <a:avLst/>
          </a:prstGeom>
          <a:ln w="57150">
            <a:headEnd type="none" w="med" len="med"/>
            <a:tailEnd type="triangle"/>
          </a:ln>
          <a:extLst/>
        </p:spPr>
        <p:style>
          <a:lnRef idx="1">
            <a:schemeClr val="accent3"/>
          </a:lnRef>
          <a:fillRef idx="0">
            <a:schemeClr val="accent3"/>
          </a:fillRef>
          <a:effectRef idx="0">
            <a:schemeClr val="accent3"/>
          </a:effectRef>
          <a:fontRef idx="minor">
            <a:schemeClr val="tx1"/>
          </a:fontRef>
        </p:style>
      </p:cxnSp>
      <p:sp>
        <p:nvSpPr>
          <p:cNvPr id="46" name="正方形/長方形 45"/>
          <p:cNvSpPr/>
          <p:nvPr/>
        </p:nvSpPr>
        <p:spPr bwMode="auto">
          <a:xfrm>
            <a:off x="8531333" y="3751948"/>
            <a:ext cx="238091" cy="272282"/>
          </a:xfrm>
          <a:prstGeom prst="rect">
            <a:avLst/>
          </a:prstGeom>
          <a:no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eaLnBrk="1" hangingPunct="1">
              <a:spcBef>
                <a:spcPct val="5000"/>
              </a:spcBef>
              <a:buSzPct val="60000"/>
              <a:buFont typeface="Wingdings" panose="05000000000000000000" pitchFamily="2" charset="2"/>
              <a:buNone/>
            </a:pPr>
            <a:endParaRPr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1" name="正方形/長方形 50"/>
          <p:cNvSpPr/>
          <p:nvPr/>
        </p:nvSpPr>
        <p:spPr bwMode="auto">
          <a:xfrm>
            <a:off x="9085869" y="4703154"/>
            <a:ext cx="238091" cy="272282"/>
          </a:xfrm>
          <a:prstGeom prst="rect">
            <a:avLst/>
          </a:prstGeom>
          <a:no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eaLnBrk="1" hangingPunct="1">
              <a:spcBef>
                <a:spcPct val="5000"/>
              </a:spcBef>
              <a:buSzPct val="60000"/>
              <a:buFont typeface="Wingdings" panose="05000000000000000000" pitchFamily="2" charset="2"/>
              <a:buNone/>
            </a:pPr>
            <a:endParaRPr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3" name="正方形/長方形 52"/>
          <p:cNvSpPr/>
          <p:nvPr/>
        </p:nvSpPr>
        <p:spPr bwMode="auto">
          <a:xfrm>
            <a:off x="8321712" y="3187580"/>
            <a:ext cx="1540581" cy="594085"/>
          </a:xfrm>
          <a:prstGeom prst="rect">
            <a:avLst/>
          </a:prstGeom>
          <a:no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R="0" algn="ctr" defTabSz="914400" rtl="0" eaLnBrk="1" fontAlgn="base" latinLnBrk="0" hangingPunct="1">
              <a:lnSpc>
                <a:spcPct val="100000"/>
              </a:lnSpc>
              <a:spcBef>
                <a:spcPct val="5000"/>
              </a:spcBef>
              <a:spcAft>
                <a:spcPct val="0"/>
              </a:spcAft>
              <a:buClrTx/>
              <a:buSzPct val="60000"/>
              <a:buFont typeface="Wingdings" panose="05000000000000000000" pitchFamily="2" charset="2"/>
              <a:buNone/>
              <a:tabLst/>
            </a:pPr>
            <a:r>
              <a:rPr kumimoji="1" lang="ja-JP" altLang="en-US" b="0" i="0" u="none" strike="noStrike" cap="none" normalizeH="0" baseline="0" dirty="0" smtClean="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rPr>
              <a:t>イベント情報、クーポンなど</a:t>
            </a:r>
            <a:r>
              <a:rPr kumimoji="1" lang="en-US" altLang="ja-JP" b="0" i="0" u="none" strike="noStrike" cap="none" normalizeH="0" baseline="0" dirty="0" smtClean="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rPr>
              <a:t/>
            </a:r>
            <a:br>
              <a:rPr kumimoji="1" lang="en-US" altLang="ja-JP" b="0" i="0" u="none" strike="noStrike" cap="none" normalizeH="0" baseline="0" dirty="0" smtClean="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rPr>
            </a:br>
            <a:r>
              <a:rPr kumimoji="1" lang="ja-JP" altLang="en-US" b="0" i="0" u="none" strike="noStrike" cap="none" normalizeH="0" baseline="0" dirty="0" smtClean="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rPr>
              <a:t>コンテンツの登録</a:t>
            </a:r>
          </a:p>
        </p:txBody>
      </p:sp>
      <p:sp>
        <p:nvSpPr>
          <p:cNvPr id="22" name="円形吹き出し 21"/>
          <p:cNvSpPr/>
          <p:nvPr/>
        </p:nvSpPr>
        <p:spPr bwMode="auto">
          <a:xfrm>
            <a:off x="6501368" y="4725144"/>
            <a:ext cx="2277543" cy="1002062"/>
          </a:xfrm>
          <a:prstGeom prst="wedgeEllipseCallout">
            <a:avLst>
              <a:gd name="adj1" fmla="val 59349"/>
              <a:gd name="adj2" fmla="val -35252"/>
            </a:avLst>
          </a:prstGeom>
          <a:ln>
            <a:headEnd type="none" w="med" len="med"/>
            <a:tailEnd type="none" w="med" len="med"/>
          </a:ln>
          <a:extLst/>
        </p:spPr>
        <p:style>
          <a:lnRef idx="3">
            <a:schemeClr val="lt1"/>
          </a:lnRef>
          <a:fillRef idx="1">
            <a:schemeClr val="accent3"/>
          </a:fillRef>
          <a:effectRef idx="1">
            <a:schemeClr val="accent3"/>
          </a:effectRef>
          <a:fontRef idx="minor">
            <a:schemeClr val="lt1"/>
          </a:fontRef>
        </p:style>
        <p:txBody>
          <a:bodyPr vert="horz" wrap="square" lIns="0" tIns="36000" rIns="0" bIns="0" numCol="1" rtlCol="0" anchor="t" anchorCtr="0" compatLnSpc="1">
            <a:prstTxWarp prst="textNoShape">
              <a:avLst/>
            </a:prstTxWarp>
          </a:bodyPr>
          <a:lstStyle/>
          <a:p>
            <a:pPr marL="171450" indent="-171450" eaLnBrk="1" hangingPunct="1">
              <a:spcBef>
                <a:spcPct val="5000"/>
              </a:spcBef>
              <a:buSzPct val="80000"/>
              <a:buFont typeface="Wingdings" panose="05000000000000000000" pitchFamily="2" charset="2"/>
              <a:buChar char="Ø"/>
            </a:pPr>
            <a:r>
              <a:rPr lang="ja-JP" altLang="en-US" sz="1100" b="0" dirty="0" smtClean="0">
                <a:solidFill>
                  <a:schemeClr val="lt1"/>
                </a:solidFill>
                <a:latin typeface="メイリオ" panose="020B0604030504040204" pitchFamily="50" charset="-128"/>
                <a:ea typeface="メイリオ" panose="020B0604030504040204" pitchFamily="50" charset="-128"/>
                <a:cs typeface="メイリオ" panose="020B0604030504040204" pitchFamily="50" charset="-128"/>
              </a:rPr>
              <a:t>興味</a:t>
            </a:r>
            <a:r>
              <a:rPr lang="ja-JP" altLang="en-US" sz="1100" b="0" dirty="0">
                <a:solidFill>
                  <a:schemeClr val="lt1"/>
                </a:solidFill>
                <a:latin typeface="メイリオ" panose="020B0604030504040204" pitchFamily="50" charset="-128"/>
                <a:ea typeface="メイリオ" panose="020B0604030504040204" pitchFamily="50" charset="-128"/>
                <a:cs typeface="メイリオ" panose="020B0604030504040204" pitchFamily="50" charset="-128"/>
              </a:rPr>
              <a:t>を持って</a:t>
            </a:r>
            <a:r>
              <a:rPr lang="ja-JP" altLang="en-US" sz="1100" b="0" dirty="0" smtClean="0">
                <a:solidFill>
                  <a:schemeClr val="lt1"/>
                </a:solidFill>
                <a:latin typeface="メイリオ" panose="020B0604030504040204" pitchFamily="50" charset="-128"/>
                <a:ea typeface="メイリオ" panose="020B0604030504040204" pitchFamily="50" charset="-128"/>
                <a:cs typeface="メイリオ" panose="020B0604030504040204" pitchFamily="50" charset="-128"/>
              </a:rPr>
              <a:t>いる</a:t>
            </a:r>
            <a:r>
              <a:rPr lang="en-US" altLang="ja-JP" sz="1100" b="0" dirty="0" smtClean="0">
                <a:solidFill>
                  <a:schemeClr val="lt1"/>
                </a:solidFill>
                <a:latin typeface="メイリオ" panose="020B0604030504040204" pitchFamily="50" charset="-128"/>
                <a:ea typeface="メイリオ" panose="020B0604030504040204" pitchFamily="50" charset="-128"/>
                <a:cs typeface="メイリオ" panose="020B0604030504040204" pitchFamily="50" charset="-128"/>
              </a:rPr>
              <a:t/>
            </a:r>
            <a:br>
              <a:rPr lang="en-US" altLang="ja-JP" sz="1100" b="0" dirty="0" smtClean="0">
                <a:solidFill>
                  <a:schemeClr val="lt1"/>
                </a:solidFill>
                <a:latin typeface="メイリオ" panose="020B0604030504040204" pitchFamily="50" charset="-128"/>
                <a:ea typeface="メイリオ" panose="020B0604030504040204" pitchFamily="50" charset="-128"/>
                <a:cs typeface="メイリオ" panose="020B0604030504040204" pitchFamily="50" charset="-128"/>
              </a:rPr>
            </a:br>
            <a:r>
              <a:rPr lang="ja-JP" altLang="en-US" sz="1100" b="0" dirty="0" smtClean="0">
                <a:solidFill>
                  <a:schemeClr val="lt1"/>
                </a:solidFill>
                <a:latin typeface="メイリオ" panose="020B0604030504040204" pitchFamily="50" charset="-128"/>
                <a:ea typeface="メイリオ" panose="020B0604030504040204" pitchFamily="50" charset="-128"/>
                <a:cs typeface="メイリオ" panose="020B0604030504040204" pitchFamily="50" charset="-128"/>
              </a:rPr>
              <a:t>観光客</a:t>
            </a:r>
            <a:r>
              <a:rPr lang="ja-JP" altLang="en-US" sz="1100" b="0" dirty="0">
                <a:solidFill>
                  <a:schemeClr val="lt1"/>
                </a:solidFill>
                <a:latin typeface="メイリオ" panose="020B0604030504040204" pitchFamily="50" charset="-128"/>
                <a:ea typeface="メイリオ" panose="020B0604030504040204" pitchFamily="50" charset="-128"/>
                <a:cs typeface="メイリオ" panose="020B0604030504040204" pitchFamily="50" charset="-128"/>
              </a:rPr>
              <a:t>の属性が</a:t>
            </a:r>
            <a:r>
              <a:rPr lang="ja-JP" altLang="en-US" sz="1100" b="0" dirty="0" smtClean="0">
                <a:solidFill>
                  <a:schemeClr val="lt1"/>
                </a:solidFill>
                <a:latin typeface="メイリオ" panose="020B0604030504040204" pitchFamily="50" charset="-128"/>
                <a:ea typeface="メイリオ" panose="020B0604030504040204" pitchFamily="50" charset="-128"/>
                <a:cs typeface="メイリオ" panose="020B0604030504040204" pitchFamily="50" charset="-128"/>
              </a:rPr>
              <a:t>分かる</a:t>
            </a:r>
            <a:endParaRPr lang="en-US" altLang="ja-JP" sz="1100" b="0" dirty="0" smtClean="0">
              <a:solidFill>
                <a:schemeClr val="lt1"/>
              </a:solidFill>
              <a:latin typeface="メイリオ" panose="020B0604030504040204" pitchFamily="50" charset="-128"/>
              <a:ea typeface="メイリオ" panose="020B0604030504040204" pitchFamily="50" charset="-128"/>
              <a:cs typeface="メイリオ" panose="020B0604030504040204" pitchFamily="50" charset="-128"/>
            </a:endParaRPr>
          </a:p>
          <a:p>
            <a:pPr marL="171450" indent="-171450" eaLnBrk="1" hangingPunct="1">
              <a:spcBef>
                <a:spcPct val="5000"/>
              </a:spcBef>
              <a:buSzPct val="80000"/>
              <a:buFont typeface="Wingdings" panose="05000000000000000000" pitchFamily="2" charset="2"/>
              <a:buChar char="Ø"/>
            </a:pPr>
            <a:r>
              <a:rPr lang="ja-JP" altLang="en-US" sz="1100" b="0" dirty="0">
                <a:latin typeface="メイリオ" panose="020B0604030504040204" pitchFamily="50" charset="-128"/>
                <a:ea typeface="メイリオ" panose="020B0604030504040204" pitchFamily="50" charset="-128"/>
                <a:cs typeface="メイリオ" panose="020B0604030504040204" pitchFamily="50" charset="-128"/>
              </a:rPr>
              <a:t>お知らせ</a:t>
            </a:r>
            <a:r>
              <a:rPr lang="ja-JP" altLang="en-US" sz="1100" b="0" dirty="0" smtClean="0">
                <a:latin typeface="メイリオ" panose="020B0604030504040204" pitchFamily="50" charset="-128"/>
                <a:ea typeface="メイリオ" panose="020B0604030504040204" pitchFamily="50" charset="-128"/>
                <a:cs typeface="メイリオ" panose="020B0604030504040204" pitchFamily="50" charset="-128"/>
              </a:rPr>
              <a:t>を興味ある人に見てもらえる</a:t>
            </a:r>
            <a:endParaRPr lang="ja-JP" altLang="en-US" sz="1100" b="0" dirty="0">
              <a:solidFill>
                <a:schemeClr val="lt1"/>
              </a:solidFill>
              <a:latin typeface="メイリオ" panose="020B0604030504040204" pitchFamily="50" charset="-128"/>
              <a:ea typeface="メイリオ" panose="020B0604030504040204" pitchFamily="50" charset="-128"/>
              <a:cs typeface="メイリオ" panose="020B0604030504040204" pitchFamily="50" charset="-128"/>
            </a:endParaRPr>
          </a:p>
        </p:txBody>
      </p:sp>
      <p:grpSp>
        <p:nvGrpSpPr>
          <p:cNvPr id="78" name="グループ化 77"/>
          <p:cNvGrpSpPr/>
          <p:nvPr/>
        </p:nvGrpSpPr>
        <p:grpSpPr>
          <a:xfrm>
            <a:off x="3985525" y="3861048"/>
            <a:ext cx="2263619" cy="432000"/>
            <a:chOff x="3049421" y="3277840"/>
            <a:chExt cx="2263619" cy="432000"/>
          </a:xfrm>
        </p:grpSpPr>
        <p:sp>
          <p:nvSpPr>
            <p:cNvPr id="41" name="正方形/長方形 40"/>
            <p:cNvSpPr/>
            <p:nvPr/>
          </p:nvSpPr>
          <p:spPr bwMode="auto">
            <a:xfrm>
              <a:off x="3421347" y="3357699"/>
              <a:ext cx="1891693" cy="272282"/>
            </a:xfrm>
            <a:prstGeom prst="rect">
              <a:avLst/>
            </a:prstGeom>
            <a:no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eaLnBrk="1" hangingPunct="1">
                <a:spcBef>
                  <a:spcPct val="5000"/>
                </a:spcBef>
                <a:buSzPct val="60000"/>
                <a:buFont typeface="Wingdings" panose="05000000000000000000" pitchFamily="2" charset="2"/>
                <a:buNone/>
              </a:pPr>
              <a:r>
                <a:rPr lang="ja-JP" altLang="en-US" sz="1050" b="0" dirty="0" smtClean="0">
                  <a:latin typeface="メイリオ" panose="020B0604030504040204" pitchFamily="50" charset="-128"/>
                  <a:ea typeface="メイリオ" panose="020B0604030504040204" pitchFamily="50" charset="-128"/>
                  <a:cs typeface="メイリオ" panose="020B0604030504040204" pitchFamily="50" charset="-128"/>
                </a:rPr>
                <a:t>行き先登録</a:t>
              </a:r>
              <a:endParaRPr lang="ja-JP" altLang="en-US" sz="1050" b="0"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7" name="図 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049421" y="3277840"/>
              <a:ext cx="432000" cy="432000"/>
            </a:xfrm>
            <a:prstGeom prst="rect">
              <a:avLst/>
            </a:prstGeom>
          </p:spPr>
        </p:pic>
      </p:grpSp>
      <p:pic>
        <p:nvPicPr>
          <p:cNvPr id="10" name="図 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208584" y="5003389"/>
            <a:ext cx="792000" cy="1651833"/>
          </a:xfrm>
          <a:prstGeom prst="rect">
            <a:avLst/>
          </a:prstGeom>
        </p:spPr>
      </p:pic>
      <p:pic>
        <p:nvPicPr>
          <p:cNvPr id="27" name="図 26"/>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856717" y="2638691"/>
            <a:ext cx="1079999" cy="2252499"/>
          </a:xfrm>
          <a:prstGeom prst="rect">
            <a:avLst/>
          </a:prstGeom>
        </p:spPr>
      </p:pic>
      <p:sp>
        <p:nvSpPr>
          <p:cNvPr id="25" name="正方形/長方形 24"/>
          <p:cNvSpPr/>
          <p:nvPr/>
        </p:nvSpPr>
        <p:spPr bwMode="auto">
          <a:xfrm>
            <a:off x="1726579" y="4807606"/>
            <a:ext cx="1368152" cy="234094"/>
          </a:xfrm>
          <a:prstGeom prst="rect">
            <a:avLst/>
          </a:prstGeom>
          <a:noFill/>
          <a:ln w="9525"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bodyPr>
          <a:lstStyle/>
          <a:p>
            <a:pPr algn="ctr" eaLnBrk="1" hangingPunct="1">
              <a:spcBef>
                <a:spcPct val="5000"/>
              </a:spcBef>
              <a:buSzPct val="60000"/>
              <a:buFont typeface="Wingdings" panose="05000000000000000000" pitchFamily="2" charset="2"/>
              <a:buNone/>
            </a:pPr>
            <a:r>
              <a:rPr lang="ja-JP" altLang="en-US" sz="1000" b="0" dirty="0" smtClean="0">
                <a:latin typeface="メイリオ" panose="020B0604030504040204" pitchFamily="50" charset="-128"/>
                <a:ea typeface="メイリオ" panose="020B0604030504040204" pitchFamily="50" charset="-128"/>
                <a:cs typeface="メイリオ" panose="020B0604030504040204" pitchFamily="50" charset="-128"/>
              </a:rPr>
              <a:t>スマート</a:t>
            </a:r>
            <a:r>
              <a:rPr lang="ja-JP" altLang="en-US" sz="1000" b="0" dirty="0">
                <a:latin typeface="メイリオ" panose="020B0604030504040204" pitchFamily="50" charset="-128"/>
                <a:ea typeface="メイリオ" panose="020B0604030504040204" pitchFamily="50" charset="-128"/>
                <a:cs typeface="メイリオ" panose="020B0604030504040204" pitchFamily="50" charset="-128"/>
              </a:rPr>
              <a:t>フォン</a:t>
            </a:r>
            <a:r>
              <a:rPr lang="ja-JP" altLang="en-US" sz="1000" b="0" dirty="0" smtClean="0">
                <a:latin typeface="メイリオ" panose="020B0604030504040204" pitchFamily="50" charset="-128"/>
                <a:ea typeface="メイリオ" panose="020B0604030504040204" pitchFamily="50" charset="-128"/>
                <a:cs typeface="メイリオ" panose="020B0604030504040204" pitchFamily="50" charset="-128"/>
              </a:rPr>
              <a:t>アプリ</a:t>
            </a:r>
            <a:endParaRPr lang="ja-JP" altLang="en-US" sz="1000" b="0"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55" name="図 54"/>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792848" y="5003389"/>
            <a:ext cx="792000" cy="1651833"/>
          </a:xfrm>
          <a:prstGeom prst="rect">
            <a:avLst/>
          </a:prstGeom>
        </p:spPr>
      </p:pic>
      <p:cxnSp>
        <p:nvCxnSpPr>
          <p:cNvPr id="56" name="直線矢印コネクタ 21"/>
          <p:cNvCxnSpPr>
            <a:stCxn id="58" idx="1"/>
            <a:endCxn id="10" idx="1"/>
          </p:cNvCxnSpPr>
          <p:nvPr/>
        </p:nvCxnSpPr>
        <p:spPr bwMode="auto">
          <a:xfrm rot="10800000" flipV="1">
            <a:off x="1208585" y="4648242"/>
            <a:ext cx="648133" cy="1181064"/>
          </a:xfrm>
          <a:prstGeom prst="bentConnector3">
            <a:avLst>
              <a:gd name="adj1" fmla="val 220368"/>
            </a:avLst>
          </a:prstGeom>
          <a:ln w="57150">
            <a:headEnd type="none" w="med" len="med"/>
            <a:tailEnd type="triangle"/>
          </a:ln>
          <a:extLst/>
        </p:spPr>
        <p:style>
          <a:lnRef idx="1">
            <a:schemeClr val="accent1"/>
          </a:lnRef>
          <a:fillRef idx="0">
            <a:schemeClr val="accent1"/>
          </a:fillRef>
          <a:effectRef idx="0">
            <a:schemeClr val="accent1"/>
          </a:effectRef>
          <a:fontRef idx="minor">
            <a:schemeClr val="tx1"/>
          </a:fontRef>
        </p:style>
      </p:cxnSp>
      <p:sp>
        <p:nvSpPr>
          <p:cNvPr id="58" name="正方形/長方形 57"/>
          <p:cNvSpPr/>
          <p:nvPr/>
        </p:nvSpPr>
        <p:spPr bwMode="auto">
          <a:xfrm>
            <a:off x="1856717" y="4581128"/>
            <a:ext cx="1102127" cy="134228"/>
          </a:xfrm>
          <a:prstGeom prst="rect">
            <a:avLst/>
          </a:prstGeom>
          <a:no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eaLnBrk="1" hangingPunct="1">
              <a:spcBef>
                <a:spcPct val="5000"/>
              </a:spcBef>
              <a:buSzPct val="60000"/>
              <a:buFont typeface="Wingdings" panose="05000000000000000000" pitchFamily="2" charset="2"/>
              <a:buNone/>
            </a:pPr>
            <a:endParaRPr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6" name="正方形/長方形 65"/>
          <p:cNvSpPr/>
          <p:nvPr/>
        </p:nvSpPr>
        <p:spPr bwMode="auto">
          <a:xfrm>
            <a:off x="404027" y="5398741"/>
            <a:ext cx="865851" cy="401499"/>
          </a:xfrm>
          <a:prstGeom prst="rect">
            <a:avLst/>
          </a:prstGeom>
          <a:no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eaLnBrk="1" hangingPunct="1">
              <a:spcBef>
                <a:spcPct val="5000"/>
              </a:spcBef>
              <a:buSzPct val="60000"/>
              <a:buFont typeface="Wingdings" panose="05000000000000000000" pitchFamily="2" charset="2"/>
              <a:buNone/>
            </a:pPr>
            <a:r>
              <a:rPr lang="ja-JP" altLang="en-US" sz="1050" b="0" dirty="0" smtClean="0">
                <a:latin typeface="メイリオ" panose="020B0604030504040204" pitchFamily="50" charset="-128"/>
                <a:ea typeface="メイリオ" panose="020B0604030504040204" pitchFamily="50" charset="-128"/>
                <a:cs typeface="メイリオ" panose="020B0604030504040204" pitchFamily="50" charset="-128"/>
              </a:rPr>
              <a:t>施設情報を</a:t>
            </a:r>
            <a:r>
              <a:rPr lang="en-US" altLang="ja-JP" sz="1050" b="0" dirty="0" smtClean="0">
                <a:latin typeface="メイリオ" panose="020B0604030504040204" pitchFamily="50" charset="-128"/>
                <a:ea typeface="メイリオ" panose="020B0604030504040204" pitchFamily="50" charset="-128"/>
                <a:cs typeface="メイリオ" panose="020B0604030504040204" pitchFamily="50" charset="-128"/>
              </a:rPr>
              <a:t/>
            </a:r>
            <a:br>
              <a:rPr lang="en-US" altLang="ja-JP" sz="1050" b="0" dirty="0" smtClean="0">
                <a:latin typeface="メイリオ" panose="020B0604030504040204" pitchFamily="50" charset="-128"/>
                <a:ea typeface="メイリオ" panose="020B0604030504040204" pitchFamily="50" charset="-128"/>
                <a:cs typeface="メイリオ" panose="020B0604030504040204" pitchFamily="50" charset="-128"/>
              </a:rPr>
            </a:br>
            <a:r>
              <a:rPr lang="ja-JP" altLang="en-US" sz="1050" b="0" dirty="0" smtClean="0">
                <a:latin typeface="メイリオ" panose="020B0604030504040204" pitchFamily="50" charset="-128"/>
                <a:ea typeface="メイリオ" panose="020B0604030504040204" pitchFamily="50" charset="-128"/>
                <a:cs typeface="メイリオ" panose="020B0604030504040204" pitchFamily="50" charset="-128"/>
              </a:rPr>
              <a:t>チェック</a:t>
            </a:r>
            <a:endParaRPr lang="ja-JP" altLang="en-US" sz="1050" b="0" dirty="0">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69" name="直線矢印コネクタ 21"/>
          <p:cNvCxnSpPr>
            <a:stCxn id="10" idx="3"/>
            <a:endCxn id="55" idx="1"/>
          </p:cNvCxnSpPr>
          <p:nvPr/>
        </p:nvCxnSpPr>
        <p:spPr bwMode="auto">
          <a:xfrm>
            <a:off x="2000584" y="5829306"/>
            <a:ext cx="792264" cy="0"/>
          </a:xfrm>
          <a:prstGeom prst="straightConnector1">
            <a:avLst/>
          </a:prstGeom>
          <a:ln w="57150">
            <a:headEnd type="none" w="med" len="med"/>
            <a:tailEnd type="triangle"/>
          </a:ln>
          <a:extLst/>
        </p:spPr>
        <p:style>
          <a:lnRef idx="1">
            <a:schemeClr val="accent1"/>
          </a:lnRef>
          <a:fillRef idx="0">
            <a:schemeClr val="accent1"/>
          </a:fillRef>
          <a:effectRef idx="0">
            <a:schemeClr val="accent1"/>
          </a:effectRef>
          <a:fontRef idx="minor">
            <a:schemeClr val="tx1"/>
          </a:fontRef>
        </p:style>
      </p:cxnSp>
      <p:sp>
        <p:nvSpPr>
          <p:cNvPr id="72" name="正方形/長方形 71"/>
          <p:cNvSpPr/>
          <p:nvPr/>
        </p:nvSpPr>
        <p:spPr bwMode="auto">
          <a:xfrm>
            <a:off x="1976920" y="5552931"/>
            <a:ext cx="865851" cy="247309"/>
          </a:xfrm>
          <a:prstGeom prst="rect">
            <a:avLst/>
          </a:prstGeom>
          <a:no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eaLnBrk="1" hangingPunct="1">
              <a:spcBef>
                <a:spcPct val="5000"/>
              </a:spcBef>
              <a:buSzPct val="60000"/>
              <a:buFont typeface="Wingdings" panose="05000000000000000000" pitchFamily="2" charset="2"/>
              <a:buNone/>
            </a:pPr>
            <a:r>
              <a:rPr lang="ja-JP" altLang="en-US" sz="1050" b="0" dirty="0" smtClean="0">
                <a:latin typeface="メイリオ" panose="020B0604030504040204" pitchFamily="50" charset="-128"/>
                <a:ea typeface="メイリオ" panose="020B0604030504040204" pitchFamily="50" charset="-128"/>
                <a:cs typeface="メイリオ" panose="020B0604030504040204" pitchFamily="50" charset="-128"/>
              </a:rPr>
              <a:t>行き先登録</a:t>
            </a:r>
            <a:endParaRPr lang="ja-JP" altLang="en-US" sz="1050" b="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0" name="正方形/長方形 79"/>
          <p:cNvSpPr/>
          <p:nvPr/>
        </p:nvSpPr>
        <p:spPr bwMode="auto">
          <a:xfrm>
            <a:off x="3274809" y="6290099"/>
            <a:ext cx="310039" cy="235245"/>
          </a:xfrm>
          <a:prstGeom prst="rect">
            <a:avLst/>
          </a:prstGeom>
          <a:no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eaLnBrk="1" hangingPunct="1">
              <a:spcBef>
                <a:spcPct val="5000"/>
              </a:spcBef>
              <a:buSzPct val="60000"/>
              <a:buFont typeface="Wingdings" panose="05000000000000000000" pitchFamily="2" charset="2"/>
              <a:buNone/>
            </a:pPr>
            <a:endParaRPr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83" name="図 82"/>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445766" y="5298100"/>
            <a:ext cx="1440000" cy="1440000"/>
          </a:xfrm>
          <a:prstGeom prst="rect">
            <a:avLst/>
          </a:prstGeom>
        </p:spPr>
      </p:pic>
      <p:sp>
        <p:nvSpPr>
          <p:cNvPr id="84" name="正方形/長方形 83"/>
          <p:cNvSpPr/>
          <p:nvPr/>
        </p:nvSpPr>
        <p:spPr bwMode="auto">
          <a:xfrm>
            <a:off x="5707885" y="6124957"/>
            <a:ext cx="1232873" cy="402673"/>
          </a:xfrm>
          <a:prstGeom prst="rect">
            <a:avLst/>
          </a:prstGeom>
          <a:solidFill>
            <a:srgbClr val="FFFFFF">
              <a:alpha val="69804"/>
            </a:srgbClr>
          </a:solidFill>
          <a:ln w="9525"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bodyPr>
          <a:lstStyle/>
          <a:p>
            <a:pPr algn="ctr" eaLnBrk="1" hangingPunct="1">
              <a:spcBef>
                <a:spcPct val="5000"/>
              </a:spcBef>
              <a:buSzPct val="60000"/>
              <a:buFont typeface="Wingdings" panose="05000000000000000000" pitchFamily="2" charset="2"/>
              <a:buNone/>
            </a:pPr>
            <a:r>
              <a:rPr lang="ja-JP" altLang="en-US" sz="1000" b="0" dirty="0">
                <a:latin typeface="メイリオ" panose="020B0604030504040204" pitchFamily="50" charset="-128"/>
                <a:ea typeface="メイリオ" panose="020B0604030504040204" pitchFamily="50" charset="-128"/>
                <a:cs typeface="メイリオ" panose="020B0604030504040204" pitchFamily="50" charset="-128"/>
              </a:rPr>
              <a:t>同行者</a:t>
            </a:r>
            <a:r>
              <a:rPr lang="en-US" altLang="ja-JP" sz="1000" b="0" dirty="0" smtClean="0">
                <a:latin typeface="メイリオ" panose="020B0604030504040204" pitchFamily="50" charset="-128"/>
                <a:ea typeface="メイリオ" panose="020B0604030504040204" pitchFamily="50" charset="-128"/>
                <a:cs typeface="メイリオ" panose="020B0604030504040204" pitchFamily="50" charset="-128"/>
              </a:rPr>
              <a:t/>
            </a:r>
            <a:br>
              <a:rPr lang="en-US" altLang="ja-JP" sz="1000" b="0" dirty="0" smtClean="0">
                <a:latin typeface="メイリオ" panose="020B0604030504040204" pitchFamily="50" charset="-128"/>
                <a:ea typeface="メイリオ" panose="020B0604030504040204" pitchFamily="50" charset="-128"/>
                <a:cs typeface="メイリオ" panose="020B0604030504040204" pitchFamily="50" charset="-128"/>
              </a:rPr>
            </a:br>
            <a:r>
              <a:rPr lang="ja-JP" altLang="en-US" sz="1000" b="0" dirty="0" smtClean="0">
                <a:latin typeface="メイリオ" panose="020B0604030504040204" pitchFamily="50" charset="-128"/>
                <a:ea typeface="メイリオ" panose="020B0604030504040204" pitchFamily="50" charset="-128"/>
                <a:cs typeface="メイリオ" panose="020B0604030504040204" pitchFamily="50" charset="-128"/>
              </a:rPr>
              <a:t>（アプリユーザー）</a:t>
            </a:r>
            <a:endParaRPr lang="ja-JP" altLang="en-US" sz="1000" b="0"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82" name="図 81"/>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025008" y="5003389"/>
            <a:ext cx="792000" cy="1651833"/>
          </a:xfrm>
          <a:prstGeom prst="rect">
            <a:avLst/>
          </a:prstGeom>
        </p:spPr>
      </p:pic>
      <p:cxnSp>
        <p:nvCxnSpPr>
          <p:cNvPr id="85" name="直線矢印コネクタ 28"/>
          <p:cNvCxnSpPr>
            <a:stCxn id="80" idx="3"/>
            <a:endCxn id="92" idx="1"/>
          </p:cNvCxnSpPr>
          <p:nvPr/>
        </p:nvCxnSpPr>
        <p:spPr bwMode="auto">
          <a:xfrm>
            <a:off x="3584848" y="6407722"/>
            <a:ext cx="1440160" cy="0"/>
          </a:xfrm>
          <a:prstGeom prst="straightConnector1">
            <a:avLst/>
          </a:prstGeom>
          <a:ln w="76200">
            <a:headEnd type="none" w="med" len="med"/>
            <a:tailEnd type="triangle"/>
          </a:ln>
          <a:extLst/>
        </p:spPr>
        <p:style>
          <a:lnRef idx="3">
            <a:schemeClr val="accent1"/>
          </a:lnRef>
          <a:fillRef idx="0">
            <a:schemeClr val="accent1"/>
          </a:fillRef>
          <a:effectRef idx="2">
            <a:schemeClr val="accent1"/>
          </a:effectRef>
          <a:fontRef idx="minor">
            <a:schemeClr val="tx1"/>
          </a:fontRef>
        </p:style>
      </p:cxnSp>
      <p:sp>
        <p:nvSpPr>
          <p:cNvPr id="92" name="正方形/長方形 91"/>
          <p:cNvSpPr/>
          <p:nvPr/>
        </p:nvSpPr>
        <p:spPr bwMode="auto">
          <a:xfrm>
            <a:off x="5025008" y="6290099"/>
            <a:ext cx="310039" cy="235245"/>
          </a:xfrm>
          <a:prstGeom prst="rect">
            <a:avLst/>
          </a:prstGeom>
          <a:no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eaLnBrk="1" hangingPunct="1">
              <a:spcBef>
                <a:spcPct val="5000"/>
              </a:spcBef>
              <a:buSzPct val="60000"/>
              <a:buFont typeface="Wingdings" panose="05000000000000000000" pitchFamily="2" charset="2"/>
              <a:buNone/>
            </a:pPr>
            <a:endParaRPr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6" name="正方形/長方形 95"/>
          <p:cNvSpPr/>
          <p:nvPr/>
        </p:nvSpPr>
        <p:spPr bwMode="auto">
          <a:xfrm>
            <a:off x="3577704" y="6164210"/>
            <a:ext cx="1181196" cy="171485"/>
          </a:xfrm>
          <a:prstGeom prst="rect">
            <a:avLst/>
          </a:prstGeom>
          <a:noFill/>
          <a:ln w="9525" cap="flat" cmpd="sng" algn="ctr">
            <a:noFill/>
            <a:prstDash val="solid"/>
            <a:round/>
            <a:headEnd type="none" w="med" len="med"/>
            <a:tailEnd type="none" w="med" len="med"/>
          </a:ln>
          <a:effectLst/>
          <a:extLst/>
        </p:spPr>
        <p:txBody>
          <a:bodyPr vert="horz" wrap="none" lIns="72000" tIns="0" rIns="36000" bIns="0" numCol="1" rtlCol="0" anchor="t" anchorCtr="0" compatLnSpc="1">
            <a:prstTxWarp prst="textNoShape">
              <a:avLst/>
            </a:prstTxWarp>
          </a:bodyPr>
          <a:lstStyle/>
          <a:p>
            <a:pPr eaLnBrk="1" hangingPunct="1">
              <a:spcBef>
                <a:spcPct val="5000"/>
              </a:spcBef>
              <a:buSzPct val="60000"/>
              <a:buFont typeface="Wingdings" panose="05000000000000000000" pitchFamily="2" charset="2"/>
              <a:buNone/>
            </a:pPr>
            <a:r>
              <a:rPr lang="ja-JP" altLang="en-US" sz="1050" b="0" dirty="0">
                <a:latin typeface="メイリオ" panose="020B0604030504040204" pitchFamily="50" charset="-128"/>
                <a:ea typeface="メイリオ" panose="020B0604030504040204" pitchFamily="50" charset="-128"/>
                <a:cs typeface="メイリオ" panose="020B0604030504040204" pitchFamily="50" charset="-128"/>
              </a:rPr>
              <a:t>計画</a:t>
            </a:r>
            <a:r>
              <a:rPr lang="ja-JP" altLang="en-US" sz="1050" b="0" dirty="0" smtClean="0">
                <a:latin typeface="メイリオ" panose="020B0604030504040204" pitchFamily="50" charset="-128"/>
                <a:ea typeface="メイリオ" panose="020B0604030504040204" pitchFamily="50" charset="-128"/>
                <a:cs typeface="メイリオ" panose="020B0604030504040204" pitchFamily="50" charset="-128"/>
              </a:rPr>
              <a:t>を同行者にシェア</a:t>
            </a:r>
            <a:endParaRPr lang="ja-JP" altLang="en-US" sz="1050" b="0"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1152199017"/>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円/楕円 19"/>
          <p:cNvSpPr/>
          <p:nvPr/>
        </p:nvSpPr>
        <p:spPr bwMode="auto">
          <a:xfrm>
            <a:off x="2169000" y="1746312"/>
            <a:ext cx="6173751" cy="3760641"/>
          </a:xfrm>
          <a:prstGeom prst="ellipse">
            <a:avLst/>
          </a:prstGeom>
          <a:ln>
            <a:headEnd type="none" w="med" len="med"/>
            <a:tailEnd type="none" w="med" len="med"/>
          </a:ln>
          <a:extLst/>
        </p:spPr>
        <p:style>
          <a:lnRef idx="1">
            <a:schemeClr val="accent3"/>
          </a:lnRef>
          <a:fillRef idx="2">
            <a:schemeClr val="accent3"/>
          </a:fillRef>
          <a:effectRef idx="1">
            <a:schemeClr val="accent3"/>
          </a:effectRef>
          <a:fontRef idx="minor">
            <a:schemeClr val="dk1"/>
          </a:fontRef>
        </p:style>
        <p:txBody>
          <a:bodyPr vert="horz" wrap="square" lIns="90000" tIns="46800" rIns="90000" bIns="46800" numCol="1" rtlCol="0" anchor="t" anchorCtr="0" compatLnSpc="1">
            <a:prstTxWarp prst="textNoShape">
              <a:avLst/>
            </a:prstTxWarp>
          </a:bodyPr>
          <a:lstStyle/>
          <a:p>
            <a:pPr marL="101600" marR="0" indent="-101600" algn="l" defTabSz="914400" rtl="0" eaLnBrk="1" fontAlgn="base" latinLnBrk="0" hangingPunct="1">
              <a:lnSpc>
                <a:spcPct val="100000"/>
              </a:lnSpc>
              <a:spcBef>
                <a:spcPct val="5000"/>
              </a:spcBef>
              <a:spcAft>
                <a:spcPct val="0"/>
              </a:spcAft>
              <a:buClrTx/>
              <a:buSzPct val="60000"/>
              <a:buFont typeface="Wingdings" panose="05000000000000000000" pitchFamily="2" charset="2"/>
              <a:buNone/>
              <a:tabLst/>
            </a:pPr>
            <a:endParaRPr kumimoji="1" lang="ja-JP" altLang="en-US" sz="1600" b="0" i="0" u="none" strike="noStrike" cap="none" normalizeH="0" baseline="0" dirty="0" smtClean="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 name="タイトル 1"/>
          <p:cNvSpPr>
            <a:spLocks noGrp="1"/>
          </p:cNvSpPr>
          <p:nvPr>
            <p:ph type="title"/>
          </p:nvPr>
        </p:nvSpPr>
        <p:spPr/>
        <p:txBody>
          <a:bodyPr/>
          <a:lstStyle/>
          <a:p>
            <a:r>
              <a:rPr kumimoji="1" lang="ja-JP" altLang="en-US" dirty="0"/>
              <a:t>利用シーン</a:t>
            </a:r>
            <a:r>
              <a:rPr kumimoji="1" lang="ja-JP" altLang="en-US" dirty="0" smtClean="0"/>
              <a:t>詳細：旅行当日</a:t>
            </a:r>
            <a:endParaRPr kumimoji="1" lang="ja-JP" altLang="en-US" dirty="0"/>
          </a:p>
        </p:txBody>
      </p:sp>
      <p:sp>
        <p:nvSpPr>
          <p:cNvPr id="3" name="コンテンツ プレースホルダー 2"/>
          <p:cNvSpPr>
            <a:spLocks noGrp="1"/>
          </p:cNvSpPr>
          <p:nvPr>
            <p:ph idx="1"/>
          </p:nvPr>
        </p:nvSpPr>
        <p:spPr>
          <a:xfrm>
            <a:off x="0" y="908050"/>
            <a:ext cx="9899650" cy="1152797"/>
          </a:xfrm>
        </p:spPr>
        <p:txBody>
          <a:bodyPr/>
          <a:lstStyle/>
          <a:p>
            <a:r>
              <a:rPr lang="ja-JP" altLang="en-US" dirty="0" smtClean="0"/>
              <a:t>行き先登録した観光施設や、観光施設内のコーナー・展示物などへの接近・離脱度合を、ジオフェンシングと</a:t>
            </a:r>
            <a:r>
              <a:rPr lang="en-US" altLang="ja-JP" dirty="0" smtClean="0"/>
              <a:t>Bluetooth</a:t>
            </a:r>
            <a:r>
              <a:rPr lang="ja-JP" altLang="en-US" dirty="0"/>
              <a:t>ビーコンで検知</a:t>
            </a:r>
            <a:r>
              <a:rPr lang="ja-JP" altLang="en-US" dirty="0" smtClean="0"/>
              <a:t>し、アプリユーザーへ場所に応じた情報を配信します。</a:t>
            </a:r>
            <a:r>
              <a:rPr lang="en-US" altLang="ja-JP" dirty="0" smtClean="0"/>
              <a:t/>
            </a:r>
            <a:br>
              <a:rPr lang="en-US" altLang="ja-JP" dirty="0" smtClean="0"/>
            </a:br>
            <a:r>
              <a:rPr lang="ja-JP" altLang="en-US" dirty="0" smtClean="0"/>
              <a:t>また、アプリユーザーの接近・離脱</a:t>
            </a:r>
            <a:r>
              <a:rPr lang="ja-JP" altLang="en-US" dirty="0"/>
              <a:t>記録</a:t>
            </a:r>
            <a:r>
              <a:rPr lang="ja-JP" altLang="en-US" dirty="0" smtClean="0"/>
              <a:t>はサーバー側で記録し、行動分析</a:t>
            </a:r>
            <a:r>
              <a:rPr lang="ja-JP" altLang="en-US" dirty="0"/>
              <a:t>・</a:t>
            </a:r>
            <a:r>
              <a:rPr lang="ja-JP" altLang="en-US" dirty="0" smtClean="0"/>
              <a:t>運営改善に活用します。</a:t>
            </a:r>
            <a:endParaRPr kumimoji="1" lang="ja-JP" altLang="en-US" dirty="0"/>
          </a:p>
        </p:txBody>
      </p:sp>
      <p:sp>
        <p:nvSpPr>
          <p:cNvPr id="4" name="スライド番号プレースホルダー 3"/>
          <p:cNvSpPr>
            <a:spLocks noGrp="1"/>
          </p:cNvSpPr>
          <p:nvPr>
            <p:ph type="sldNum" sz="quarter" idx="10"/>
          </p:nvPr>
        </p:nvSpPr>
        <p:spPr/>
        <p:txBody>
          <a:bodyPr/>
          <a:lstStyle/>
          <a:p>
            <a:pPr>
              <a:defRPr/>
            </a:pPr>
            <a:fld id="{55C9B671-DA52-43A5-A461-2113FA4BBC4F}" type="slidenum">
              <a:rPr lang="en-US" altLang="ja-JP" smtClean="0"/>
              <a:pPr>
                <a:defRPr/>
              </a:pPr>
              <a:t>6</a:t>
            </a:fld>
            <a:endParaRPr lang="en-US" altLang="ja-JP" dirty="0"/>
          </a:p>
        </p:txBody>
      </p:sp>
      <p:pic>
        <p:nvPicPr>
          <p:cNvPr id="11" name="図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392" y="3803714"/>
            <a:ext cx="1440000" cy="1440000"/>
          </a:xfrm>
          <a:prstGeom prst="rect">
            <a:avLst/>
          </a:prstGeom>
        </p:spPr>
      </p:pic>
      <p:pic>
        <p:nvPicPr>
          <p:cNvPr id="12" name="図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60872" y="3803714"/>
            <a:ext cx="1440000" cy="1440000"/>
          </a:xfrm>
          <a:prstGeom prst="rect">
            <a:avLst/>
          </a:prstGeom>
        </p:spPr>
      </p:pic>
      <p:pic>
        <p:nvPicPr>
          <p:cNvPr id="16" name="図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93793" y="3803714"/>
            <a:ext cx="1440000" cy="1440000"/>
          </a:xfrm>
          <a:prstGeom prst="rect">
            <a:avLst/>
          </a:prstGeom>
        </p:spPr>
      </p:pic>
      <p:sp>
        <p:nvSpPr>
          <p:cNvPr id="18" name="正方形/長方形 17"/>
          <p:cNvSpPr/>
          <p:nvPr/>
        </p:nvSpPr>
        <p:spPr bwMode="auto">
          <a:xfrm>
            <a:off x="3790242" y="6505876"/>
            <a:ext cx="2314886" cy="193933"/>
          </a:xfrm>
          <a:prstGeom prst="rect">
            <a:avLst/>
          </a:prstGeom>
          <a:noFill/>
          <a:ln w="9525" cap="flat" cmpd="sng" algn="ctr">
            <a:noFill/>
            <a:prstDash val="solid"/>
            <a:round/>
            <a:headEnd type="none" w="med" len="med"/>
            <a:tailEnd type="none" w="med" len="med"/>
          </a:ln>
          <a:effectLst/>
          <a:extLst/>
        </p:spPr>
        <p:txBody>
          <a:bodyPr vert="horz" wrap="none" lIns="0" tIns="0" rIns="0" bIns="0" numCol="1" rtlCol="0" anchor="t" anchorCtr="0" compatLnSpc="1">
            <a:prstTxWarp prst="textNoShape">
              <a:avLst/>
            </a:prstTxWarp>
          </a:bodyPr>
          <a:lstStyle/>
          <a:p>
            <a:pPr marL="101600" indent="-101600" algn="ctr" eaLnBrk="1" hangingPunct="1">
              <a:spcBef>
                <a:spcPct val="5000"/>
              </a:spcBef>
              <a:buSzPct val="60000"/>
            </a:pP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サーバーサイドアプリ</a:t>
            </a:r>
            <a:endParaRPr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21" name="図 2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2196" y="3515522"/>
            <a:ext cx="787161" cy="1641740"/>
          </a:xfrm>
          <a:prstGeom prst="rect">
            <a:avLst/>
          </a:prstGeom>
        </p:spPr>
      </p:pic>
      <p:pic>
        <p:nvPicPr>
          <p:cNvPr id="22" name="図 2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09000" y="3515522"/>
            <a:ext cx="787161" cy="1641740"/>
          </a:xfrm>
          <a:prstGeom prst="rect">
            <a:avLst/>
          </a:prstGeom>
        </p:spPr>
      </p:pic>
      <p:sp>
        <p:nvSpPr>
          <p:cNvPr id="6" name="円/楕円 5"/>
          <p:cNvSpPr/>
          <p:nvPr/>
        </p:nvSpPr>
        <p:spPr bwMode="auto">
          <a:xfrm>
            <a:off x="4567324" y="2502461"/>
            <a:ext cx="3443554" cy="2726739"/>
          </a:xfrm>
          <a:prstGeom prst="ellipse">
            <a:avLst/>
          </a:prstGeom>
          <a:ln w="38100">
            <a:headEnd type="none" w="med" len="med"/>
            <a:tailEnd type="none" w="med" len="med"/>
          </a:ln>
          <a:extLst/>
        </p:spPr>
        <p:style>
          <a:lnRef idx="1">
            <a:schemeClr val="accent6"/>
          </a:lnRef>
          <a:fillRef idx="2">
            <a:schemeClr val="accent6"/>
          </a:fillRef>
          <a:effectRef idx="1">
            <a:schemeClr val="accent6"/>
          </a:effectRef>
          <a:fontRef idx="minor">
            <a:schemeClr val="dk1"/>
          </a:fontRef>
        </p:style>
        <p:txBody>
          <a:bodyPr vert="horz" wrap="square" lIns="90000" tIns="46800" rIns="90000" bIns="46800" numCol="1" rtlCol="0" anchor="t" anchorCtr="0" compatLnSpc="1">
            <a:prstTxWarp prst="textNoShape">
              <a:avLst/>
            </a:prstTxWarp>
          </a:bodyPr>
          <a:lstStyle/>
          <a:p>
            <a:pPr marL="101600" marR="0" indent="-101600" algn="l" defTabSz="914400" rtl="0" eaLnBrk="1" fontAlgn="base" latinLnBrk="0" hangingPunct="1">
              <a:lnSpc>
                <a:spcPct val="100000"/>
              </a:lnSpc>
              <a:spcBef>
                <a:spcPct val="5000"/>
              </a:spcBef>
              <a:spcAft>
                <a:spcPct val="0"/>
              </a:spcAft>
              <a:buClrTx/>
              <a:buSzPct val="60000"/>
              <a:buFont typeface="Wingdings" panose="05000000000000000000" pitchFamily="2" charset="2"/>
              <a:buNone/>
              <a:tabLst/>
            </a:pPr>
            <a:endParaRPr kumimoji="1" lang="ja-JP" altLang="en-US" sz="1600" b="0" i="0" u="none" strike="noStrike" cap="none" normalizeH="0" baseline="0" dirty="0" smtClean="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14" name="図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14071" y="3803714"/>
            <a:ext cx="1440000" cy="1440000"/>
          </a:xfrm>
          <a:prstGeom prst="rect">
            <a:avLst/>
          </a:prstGeom>
        </p:spPr>
      </p:pic>
      <p:pic>
        <p:nvPicPr>
          <p:cNvPr id="15" name="図 1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038047" y="3515522"/>
            <a:ext cx="787161" cy="1641740"/>
          </a:xfrm>
          <a:prstGeom prst="rect">
            <a:avLst/>
          </a:prstGeom>
        </p:spPr>
      </p:pic>
      <p:sp>
        <p:nvSpPr>
          <p:cNvPr id="24" name="正方形/長方形 23"/>
          <p:cNvSpPr/>
          <p:nvPr/>
        </p:nvSpPr>
        <p:spPr bwMode="auto">
          <a:xfrm>
            <a:off x="3918325" y="1956806"/>
            <a:ext cx="2247687" cy="283685"/>
          </a:xfrm>
          <a:prstGeom prst="rect">
            <a:avLst/>
          </a:prstGeom>
          <a:noFill/>
          <a:ln w="12700">
            <a:noFill/>
            <a:headEnd type="none" w="med" len="med"/>
            <a:tailEnd type="none" w="med" len="med"/>
          </a:ln>
          <a:extLst/>
        </p:spPr>
        <p:style>
          <a:lnRef idx="1">
            <a:schemeClr val="accent3"/>
          </a:lnRef>
          <a:fillRef idx="2">
            <a:schemeClr val="accent3"/>
          </a:fillRef>
          <a:effectRef idx="1">
            <a:schemeClr val="accent3"/>
          </a:effectRef>
          <a:fontRef idx="minor">
            <a:schemeClr val="dk1"/>
          </a:fontRef>
        </p:style>
        <p:txBody>
          <a:bodyPr vert="horz" wrap="square" lIns="90000" tIns="46800" rIns="90000" bIns="46800" numCol="1" rtlCol="0" anchor="ctr" anchorCtr="0" compatLnSpc="1">
            <a:prstTxWarp prst="textNoShape">
              <a:avLst/>
            </a:prstTxWarp>
          </a:bodyPr>
          <a:lstStyle/>
          <a:p>
            <a:pPr marL="101600" marR="0" indent="-101600" algn="ctr" defTabSz="914400" rtl="0" eaLnBrk="1" fontAlgn="base" latinLnBrk="0" hangingPunct="1">
              <a:lnSpc>
                <a:spcPct val="100000"/>
              </a:lnSpc>
              <a:spcBef>
                <a:spcPct val="5000"/>
              </a:spcBef>
              <a:spcAft>
                <a:spcPct val="0"/>
              </a:spcAft>
              <a:buClrTx/>
              <a:buSzPct val="60000"/>
              <a:buFont typeface="Wingdings" panose="05000000000000000000" pitchFamily="2" charset="2"/>
              <a:buNone/>
              <a:tabLst/>
            </a:pPr>
            <a:r>
              <a:rPr kumimoji="1" lang="ja-JP" altLang="en-US" sz="1600" b="0" i="0" u="none" strike="noStrike" cap="none" normalizeH="0" baseline="0" dirty="0" smtClean="0">
                <a:ln>
                  <a:noFill/>
                </a:ln>
                <a:solidFill>
                  <a:schemeClr val="accent3">
                    <a:lumMod val="50000"/>
                  </a:schemeClr>
                </a:solidFill>
                <a:effectLst/>
                <a:latin typeface="メイリオ" panose="020B0604030504040204" pitchFamily="50" charset="-128"/>
                <a:ea typeface="メイリオ" panose="020B0604030504040204" pitchFamily="50" charset="-128"/>
                <a:cs typeface="メイリオ" panose="020B0604030504040204" pitchFamily="50" charset="-128"/>
              </a:rPr>
              <a:t>ジオフェンシング範囲</a:t>
            </a:r>
          </a:p>
        </p:txBody>
      </p:sp>
      <p:sp>
        <p:nvSpPr>
          <p:cNvPr id="25" name="正方形/長方形 24"/>
          <p:cNvSpPr/>
          <p:nvPr/>
        </p:nvSpPr>
        <p:spPr bwMode="auto">
          <a:xfrm>
            <a:off x="4576974" y="3532221"/>
            <a:ext cx="1403564" cy="297606"/>
          </a:xfrm>
          <a:prstGeom prst="rect">
            <a:avLst/>
          </a:prstGeom>
          <a:no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101600" marR="0" indent="-101600" algn="l" defTabSz="914400" rtl="0" eaLnBrk="1" fontAlgn="base" latinLnBrk="0" hangingPunct="1">
              <a:lnSpc>
                <a:spcPct val="100000"/>
              </a:lnSpc>
              <a:spcBef>
                <a:spcPct val="5000"/>
              </a:spcBef>
              <a:spcAft>
                <a:spcPct val="0"/>
              </a:spcAft>
              <a:buClrTx/>
              <a:buSzPct val="60000"/>
              <a:buFont typeface="Wingdings" panose="05000000000000000000" pitchFamily="2" charset="2"/>
              <a:buNone/>
              <a:tabLst/>
            </a:pPr>
            <a:r>
              <a:rPr kumimoji="1" lang="ja-JP" altLang="en-US" sz="1400" b="0" i="0" u="none" strike="noStrike" cap="none" normalizeH="0" baseline="0" dirty="0" smtClean="0">
                <a:ln>
                  <a:noFill/>
                </a:ln>
                <a:solidFill>
                  <a:schemeClr val="accent6">
                    <a:lumMod val="50000"/>
                  </a:schemeClr>
                </a:solidFill>
                <a:effectLst/>
                <a:latin typeface="メイリオ" panose="020B0604030504040204" pitchFamily="50" charset="-128"/>
                <a:ea typeface="メイリオ" panose="020B0604030504040204" pitchFamily="50" charset="-128"/>
                <a:cs typeface="メイリオ" panose="020B0604030504040204" pitchFamily="50" charset="-128"/>
              </a:rPr>
              <a:t>ビーコン範囲</a:t>
            </a:r>
          </a:p>
        </p:txBody>
      </p:sp>
      <p:cxnSp>
        <p:nvCxnSpPr>
          <p:cNvPr id="27" name="カギ線コネクタ 26"/>
          <p:cNvCxnSpPr>
            <a:stCxn id="22" idx="2"/>
            <a:endCxn id="32" idx="1"/>
          </p:cNvCxnSpPr>
          <p:nvPr/>
        </p:nvCxnSpPr>
        <p:spPr bwMode="auto">
          <a:xfrm rot="16200000" flipH="1">
            <a:off x="3684119" y="5475725"/>
            <a:ext cx="934028" cy="297104"/>
          </a:xfrm>
          <a:prstGeom prst="bentConnector2">
            <a:avLst/>
          </a:prstGeom>
          <a:solidFill>
            <a:srgbClr val="FFFF99"/>
          </a:solidFill>
          <a:ln w="22225" cap="flat" cmpd="sng" algn="ctr">
            <a:solidFill>
              <a:schemeClr val="tx1"/>
            </a:solidFill>
            <a:prstDash val="solid"/>
            <a:round/>
            <a:headEnd type="none" w="lg" len="lg"/>
            <a:tailEnd type="stealth"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カギ線コネクタ 30"/>
          <p:cNvCxnSpPr>
            <a:stCxn id="15" idx="2"/>
            <a:endCxn id="32" idx="3"/>
          </p:cNvCxnSpPr>
          <p:nvPr/>
        </p:nvCxnSpPr>
        <p:spPr bwMode="auto">
          <a:xfrm rot="5400000">
            <a:off x="5546643" y="5206306"/>
            <a:ext cx="934028" cy="835943"/>
          </a:xfrm>
          <a:prstGeom prst="bentConnector2">
            <a:avLst/>
          </a:prstGeom>
          <a:solidFill>
            <a:srgbClr val="FFFF99"/>
          </a:solidFill>
          <a:ln w="22225" cap="flat" cmpd="sng" algn="ctr">
            <a:solidFill>
              <a:schemeClr val="tx1"/>
            </a:solidFill>
            <a:prstDash val="solid"/>
            <a:round/>
            <a:headEnd type="none" w="lg" len="lg"/>
            <a:tailEnd type="stealth"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カギ線コネクタ 33"/>
          <p:cNvCxnSpPr>
            <a:stCxn id="37" idx="2"/>
            <a:endCxn id="33" idx="3"/>
          </p:cNvCxnSpPr>
          <p:nvPr/>
        </p:nvCxnSpPr>
        <p:spPr bwMode="auto">
          <a:xfrm rot="5400000">
            <a:off x="6623971" y="4483844"/>
            <a:ext cx="791383" cy="2874559"/>
          </a:xfrm>
          <a:prstGeom prst="bentConnector2">
            <a:avLst/>
          </a:prstGeom>
          <a:solidFill>
            <a:srgbClr val="FFFF99"/>
          </a:solidFill>
          <a:ln w="22225" cap="flat" cmpd="sng" algn="ctr">
            <a:solidFill>
              <a:schemeClr val="tx1"/>
            </a:solidFill>
            <a:prstDash val="solid"/>
            <a:round/>
            <a:headEnd type="none" w="lg" len="lg"/>
            <a:tailEnd type="stealth"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 name="正方形/長方形 39"/>
          <p:cNvSpPr/>
          <p:nvPr/>
        </p:nvSpPr>
        <p:spPr bwMode="auto">
          <a:xfrm>
            <a:off x="7329264" y="6112394"/>
            <a:ext cx="1468807" cy="272492"/>
          </a:xfrm>
          <a:prstGeom prst="rect">
            <a:avLst/>
          </a:prstGeom>
          <a:noFill/>
          <a:ln w="9525" cap="flat" cmpd="sng" algn="ctr">
            <a:noFill/>
            <a:prstDash val="solid"/>
            <a:round/>
            <a:headEnd type="none" w="med" len="med"/>
            <a:tailEnd type="none" w="med" len="med"/>
          </a:ln>
          <a:effectLst/>
          <a:extLst/>
        </p:spPr>
        <p:txBody>
          <a:bodyPr vert="horz" wrap="none" lIns="0" tIns="0" rIns="0" bIns="0" numCol="1" rtlCol="0" anchor="t" anchorCtr="0" compatLnSpc="1">
            <a:prstTxWarp prst="textNoShape">
              <a:avLst/>
            </a:prstTxWarp>
          </a:bodyPr>
          <a:lstStyle/>
          <a:p>
            <a:pPr marL="101600" indent="-101600" algn="ctr" eaLnBrk="1" hangingPunct="1">
              <a:spcBef>
                <a:spcPct val="5000"/>
              </a:spcBef>
              <a:buSzPct val="60000"/>
            </a:pPr>
            <a:r>
              <a:rPr lang="ja-JP" altLang="en-US" b="0" dirty="0">
                <a:latin typeface="メイリオ" panose="020B0604030504040204" pitchFamily="50" charset="-128"/>
                <a:ea typeface="メイリオ" panose="020B0604030504040204" pitchFamily="50" charset="-128"/>
                <a:cs typeface="メイリオ" panose="020B0604030504040204" pitchFamily="50" charset="-128"/>
              </a:rPr>
              <a:t>離脱</a:t>
            </a: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記録</a:t>
            </a:r>
            <a:endParaRPr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1" name="正方形/長方形 40"/>
          <p:cNvSpPr/>
          <p:nvPr/>
        </p:nvSpPr>
        <p:spPr bwMode="auto">
          <a:xfrm>
            <a:off x="5561364" y="5886676"/>
            <a:ext cx="1052327" cy="293998"/>
          </a:xfrm>
          <a:prstGeom prst="rect">
            <a:avLst/>
          </a:prstGeom>
          <a:noFill/>
          <a:ln w="9525" cap="flat" cmpd="sng" algn="ctr">
            <a:noFill/>
            <a:prstDash val="solid"/>
            <a:round/>
            <a:headEnd type="none" w="med" len="med"/>
            <a:tailEnd type="none" w="med" len="med"/>
          </a:ln>
          <a:effectLst/>
          <a:extLst/>
        </p:spPr>
        <p:txBody>
          <a:bodyPr vert="horz" wrap="none" lIns="0" tIns="0" rIns="0" bIns="0" numCol="1" rtlCol="0" anchor="t" anchorCtr="0" compatLnSpc="1">
            <a:prstTxWarp prst="textNoShape">
              <a:avLst/>
            </a:prstTxWarp>
          </a:bodyPr>
          <a:lstStyle/>
          <a:p>
            <a:pPr marL="101600" indent="-101600" algn="ctr" eaLnBrk="1" hangingPunct="1">
              <a:spcBef>
                <a:spcPct val="5000"/>
              </a:spcBef>
              <a:buSzPct val="60000"/>
            </a:pPr>
            <a:r>
              <a:rPr lang="ja-JP" altLang="en-US" b="0" dirty="0">
                <a:latin typeface="メイリオ" panose="020B0604030504040204" pitchFamily="50" charset="-128"/>
                <a:ea typeface="メイリオ" panose="020B0604030504040204" pitchFamily="50" charset="-128"/>
                <a:cs typeface="メイリオ" panose="020B0604030504040204" pitchFamily="50" charset="-128"/>
              </a:rPr>
              <a:t>接近記録</a:t>
            </a:r>
          </a:p>
        </p:txBody>
      </p:sp>
      <p:sp>
        <p:nvSpPr>
          <p:cNvPr id="42" name="四角形吹き出し 41"/>
          <p:cNvSpPr/>
          <p:nvPr/>
        </p:nvSpPr>
        <p:spPr bwMode="auto">
          <a:xfrm>
            <a:off x="5273881" y="2420992"/>
            <a:ext cx="2160000" cy="936000"/>
          </a:xfrm>
          <a:prstGeom prst="wedgeRectCallout">
            <a:avLst>
              <a:gd name="adj1" fmla="val 6381"/>
              <a:gd name="adj2" fmla="val 64051"/>
            </a:avLst>
          </a:prstGeom>
          <a:solidFill>
            <a:srgbClr val="CCECFF"/>
          </a:solidFill>
          <a:ln w="28575">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t" anchorCtr="0" compatLnSpc="1">
            <a:prstTxWarp prst="textNoShape">
              <a:avLst/>
            </a:prstTxWarp>
          </a:bodyPr>
          <a:lstStyle/>
          <a:p>
            <a:pPr marL="87313" indent="-87313" eaLnBrk="1" hangingPunct="1">
              <a:spcBef>
                <a:spcPct val="5000"/>
              </a:spcBef>
              <a:buSzPct val="60000"/>
              <a:buFont typeface="Wingdings" panose="05000000000000000000" pitchFamily="2" charset="2"/>
              <a:buChar char="Ø"/>
            </a:pPr>
            <a:r>
              <a:rPr lang="ja-JP" altLang="en-US" b="0" dirty="0">
                <a:solidFill>
                  <a:schemeClr val="dk1"/>
                </a:solidFill>
                <a:latin typeface="メイリオ" panose="020B0604030504040204" pitchFamily="50" charset="-128"/>
                <a:ea typeface="メイリオ" panose="020B0604030504040204" pitchFamily="50" charset="-128"/>
                <a:cs typeface="メイリオ" panose="020B0604030504040204" pitchFamily="50" charset="-128"/>
              </a:rPr>
              <a:t>施設内のコーナーに応じた情報（展示物情報、特定商品のクーポンなど）を配信</a:t>
            </a:r>
          </a:p>
        </p:txBody>
      </p:sp>
      <p:sp>
        <p:nvSpPr>
          <p:cNvPr id="43" name="四角形吹き出し 42"/>
          <p:cNvSpPr/>
          <p:nvPr/>
        </p:nvSpPr>
        <p:spPr bwMode="auto">
          <a:xfrm>
            <a:off x="2657431" y="2420992"/>
            <a:ext cx="2160000" cy="936000"/>
          </a:xfrm>
          <a:prstGeom prst="wedgeRectCallout">
            <a:avLst>
              <a:gd name="adj1" fmla="val 7389"/>
              <a:gd name="adj2" fmla="val 62500"/>
            </a:avLst>
          </a:prstGeom>
          <a:solidFill>
            <a:srgbClr val="CCECFF"/>
          </a:solidFill>
          <a:ln w="28575">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t" anchorCtr="0" compatLnSpc="1">
            <a:prstTxWarp prst="textNoShape">
              <a:avLst/>
            </a:prstTxWarp>
          </a:bodyPr>
          <a:lstStyle/>
          <a:p>
            <a:pPr marL="87313" indent="-87313" eaLnBrk="1" hangingPunct="1">
              <a:spcBef>
                <a:spcPct val="5000"/>
              </a:spcBef>
              <a:buSzPct val="60000"/>
              <a:buFont typeface="Wingdings" panose="05000000000000000000" pitchFamily="2" charset="2"/>
              <a:buChar char="Ø"/>
            </a:pPr>
            <a:r>
              <a:rPr lang="ja-JP" altLang="en-US" b="0" dirty="0">
                <a:solidFill>
                  <a:schemeClr val="dk1"/>
                </a:solidFill>
                <a:latin typeface="メイリオ" panose="020B0604030504040204" pitchFamily="50" charset="-128"/>
                <a:ea typeface="メイリオ" panose="020B0604030504040204" pitchFamily="50" charset="-128"/>
                <a:cs typeface="メイリオ" panose="020B0604030504040204" pitchFamily="50" charset="-128"/>
              </a:rPr>
              <a:t>施設の近く（</a:t>
            </a:r>
            <a:r>
              <a:rPr lang="en-US" altLang="ja-JP" b="0" dirty="0">
                <a:solidFill>
                  <a:schemeClr val="dk1"/>
                </a:solidFill>
                <a:latin typeface="メイリオ" panose="020B0604030504040204" pitchFamily="50" charset="-128"/>
                <a:ea typeface="メイリオ" panose="020B0604030504040204" pitchFamily="50" charset="-128"/>
                <a:cs typeface="メイリオ" panose="020B0604030504040204" pitchFamily="50" charset="-128"/>
              </a:rPr>
              <a:t>100m</a:t>
            </a:r>
            <a:r>
              <a:rPr lang="ja-JP" altLang="en-US" b="0" dirty="0">
                <a:solidFill>
                  <a:schemeClr val="dk1"/>
                </a:solidFill>
                <a:latin typeface="メイリオ" panose="020B0604030504040204" pitchFamily="50" charset="-128"/>
                <a:ea typeface="メイリオ" panose="020B0604030504040204" pitchFamily="50" charset="-128"/>
                <a:cs typeface="メイリオ" panose="020B0604030504040204" pitchFamily="50" charset="-128"/>
              </a:rPr>
              <a:t>程度）まで来たら、クーポンなどの情報を配信</a:t>
            </a:r>
          </a:p>
        </p:txBody>
      </p:sp>
      <p:sp>
        <p:nvSpPr>
          <p:cNvPr id="44" name="正方形/長方形 43"/>
          <p:cNvSpPr/>
          <p:nvPr/>
        </p:nvSpPr>
        <p:spPr bwMode="auto">
          <a:xfrm>
            <a:off x="3133168" y="5650295"/>
            <a:ext cx="1052327" cy="293998"/>
          </a:xfrm>
          <a:prstGeom prst="rect">
            <a:avLst/>
          </a:prstGeom>
          <a:noFill/>
          <a:ln w="9525" cap="flat" cmpd="sng" algn="ctr">
            <a:noFill/>
            <a:prstDash val="solid"/>
            <a:round/>
            <a:headEnd type="none" w="med" len="med"/>
            <a:tailEnd type="none" w="med" len="med"/>
          </a:ln>
          <a:effectLst/>
          <a:extLst/>
        </p:spPr>
        <p:txBody>
          <a:bodyPr vert="horz" wrap="none" lIns="0" tIns="0" rIns="0" bIns="0" numCol="1" rtlCol="0" anchor="t" anchorCtr="0" compatLnSpc="1">
            <a:prstTxWarp prst="textNoShape">
              <a:avLst/>
            </a:prstTxWarp>
          </a:bodyPr>
          <a:lstStyle/>
          <a:p>
            <a:pPr marL="101600" indent="-101600" algn="ctr" eaLnBrk="1" hangingPunct="1">
              <a:spcBef>
                <a:spcPct val="5000"/>
              </a:spcBef>
              <a:buSzPct val="60000"/>
            </a:pPr>
            <a:r>
              <a:rPr lang="ja-JP" altLang="en-US" b="0" dirty="0">
                <a:latin typeface="メイリオ" panose="020B0604030504040204" pitchFamily="50" charset="-128"/>
                <a:ea typeface="メイリオ" panose="020B0604030504040204" pitchFamily="50" charset="-128"/>
                <a:cs typeface="メイリオ" panose="020B0604030504040204" pitchFamily="50" charset="-128"/>
              </a:rPr>
              <a:t>接近記録</a:t>
            </a:r>
          </a:p>
        </p:txBody>
      </p:sp>
      <p:sp>
        <p:nvSpPr>
          <p:cNvPr id="45" name="四角形吹き出し 44"/>
          <p:cNvSpPr/>
          <p:nvPr/>
        </p:nvSpPr>
        <p:spPr bwMode="auto">
          <a:xfrm>
            <a:off x="136953" y="2420992"/>
            <a:ext cx="2160000" cy="936000"/>
          </a:xfrm>
          <a:prstGeom prst="wedgeRectCallout">
            <a:avLst>
              <a:gd name="adj1" fmla="val 10077"/>
              <a:gd name="adj2" fmla="val 61725"/>
            </a:avLst>
          </a:prstGeom>
          <a:solidFill>
            <a:srgbClr val="CCECFF"/>
          </a:solidFill>
          <a:ln w="28575">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t" anchorCtr="0" compatLnSpc="1">
            <a:prstTxWarp prst="textNoShape">
              <a:avLst/>
            </a:prstTxWarp>
          </a:bodyPr>
          <a:lstStyle/>
          <a:p>
            <a:pPr marL="87313" indent="-87313" eaLnBrk="1" hangingPunct="1">
              <a:spcBef>
                <a:spcPct val="5000"/>
              </a:spcBef>
              <a:buSzPct val="60000"/>
              <a:buFont typeface="Wingdings" panose="05000000000000000000" pitchFamily="2" charset="2"/>
              <a:buChar char="Ø"/>
            </a:pPr>
            <a:r>
              <a:rPr lang="ja-JP" altLang="en-US" b="0" dirty="0">
                <a:solidFill>
                  <a:schemeClr val="dk1"/>
                </a:solidFill>
                <a:latin typeface="メイリオ" panose="020B0604030504040204" pitchFamily="50" charset="-128"/>
                <a:ea typeface="メイリオ" panose="020B0604030504040204" pitchFamily="50" charset="-128"/>
                <a:cs typeface="メイリオ" panose="020B0604030504040204" pitchFamily="50" charset="-128"/>
              </a:rPr>
              <a:t>旅行当日</a:t>
            </a:r>
            <a:r>
              <a:rPr lang="ja-JP" altLang="en-US" b="0" dirty="0" smtClean="0">
                <a:solidFill>
                  <a:schemeClr val="dk1"/>
                </a:solidFill>
                <a:latin typeface="メイリオ" panose="020B0604030504040204" pitchFamily="50" charset="-128"/>
                <a:ea typeface="メイリオ" panose="020B0604030504040204" pitchFamily="50" charset="-128"/>
                <a:cs typeface="メイリオ" panose="020B0604030504040204" pitchFamily="50" charset="-128"/>
              </a:rPr>
              <a:t>に旅行先をチェックするようプッシュ通知</a:t>
            </a:r>
            <a:endParaRPr lang="ja-JP" altLang="en-US" b="0" dirty="0">
              <a:solidFill>
                <a:schemeClr val="dk1"/>
              </a:solidFill>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32" name="図 3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99685" y="5443291"/>
            <a:ext cx="1296000" cy="1296000"/>
          </a:xfrm>
          <a:prstGeom prst="rect">
            <a:avLst/>
          </a:prstGeom>
        </p:spPr>
      </p:pic>
      <p:sp>
        <p:nvSpPr>
          <p:cNvPr id="33" name="正方形/長方形 32"/>
          <p:cNvSpPr/>
          <p:nvPr/>
        </p:nvSpPr>
        <p:spPr bwMode="auto">
          <a:xfrm>
            <a:off x="4312988" y="6180674"/>
            <a:ext cx="1269394" cy="272282"/>
          </a:xfrm>
          <a:prstGeom prst="rect">
            <a:avLst/>
          </a:prstGeom>
          <a:no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eaLnBrk="1" hangingPunct="1">
              <a:spcBef>
                <a:spcPct val="5000"/>
              </a:spcBef>
              <a:buSzPct val="60000"/>
              <a:buFont typeface="Wingdings" panose="05000000000000000000" pitchFamily="2" charset="2"/>
              <a:buNone/>
            </a:pPr>
            <a:endParaRPr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graphicFrame>
        <p:nvGraphicFramePr>
          <p:cNvPr id="8" name="図表 7"/>
          <p:cNvGraphicFramePr/>
          <p:nvPr>
            <p:extLst>
              <p:ext uri="{D42A27DB-BD31-4B8C-83A1-F6EECF244321}">
                <p14:modId xmlns:p14="http://schemas.microsoft.com/office/powerpoint/2010/main" val="3034786371"/>
              </p:ext>
            </p:extLst>
          </p:nvPr>
        </p:nvGraphicFramePr>
        <p:xfrm>
          <a:off x="128464" y="5157192"/>
          <a:ext cx="9649072" cy="36004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36" name="正方形/長方形 35"/>
          <p:cNvSpPr/>
          <p:nvPr/>
        </p:nvSpPr>
        <p:spPr bwMode="auto">
          <a:xfrm>
            <a:off x="6851522" y="3901742"/>
            <a:ext cx="1052327" cy="293998"/>
          </a:xfrm>
          <a:prstGeom prst="rect">
            <a:avLst/>
          </a:prstGeom>
          <a:noFill/>
          <a:ln w="9525" cap="flat" cmpd="sng" algn="ctr">
            <a:noFill/>
            <a:prstDash val="solid"/>
            <a:round/>
            <a:headEnd type="none" w="med" len="med"/>
            <a:tailEnd type="none" w="med" len="med"/>
          </a:ln>
          <a:effectLst/>
          <a:extLst/>
        </p:spPr>
        <p:txBody>
          <a:bodyPr vert="horz" wrap="none" lIns="0" tIns="0" rIns="0" bIns="0" numCol="1" rtlCol="0" anchor="t" anchorCtr="0" compatLnSpc="1">
            <a:prstTxWarp prst="textNoShape">
              <a:avLst/>
            </a:prstTxWarp>
          </a:bodyPr>
          <a:lstStyle/>
          <a:p>
            <a:pPr algn="ctr" eaLnBrk="1" hangingPunct="1">
              <a:spcBef>
                <a:spcPct val="5000"/>
              </a:spcBef>
              <a:buSzPct val="60000"/>
            </a:pP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ビーコン機器</a:t>
            </a:r>
            <a:endParaRPr lang="en-US" altLang="ja-JP" b="0" dirty="0" smtClean="0">
              <a:latin typeface="メイリオ" panose="020B0604030504040204" pitchFamily="50" charset="-128"/>
              <a:ea typeface="メイリオ" panose="020B0604030504040204" pitchFamily="50" charset="-128"/>
              <a:cs typeface="メイリオ" panose="020B0604030504040204" pitchFamily="50" charset="-128"/>
            </a:endParaRPr>
          </a:p>
          <a:p>
            <a:pPr marL="101600" indent="-101600" algn="ctr" eaLnBrk="1" hangingPunct="1">
              <a:spcBef>
                <a:spcPct val="5000"/>
              </a:spcBef>
              <a:buSzPct val="60000"/>
            </a:pP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a:t>
            </a:r>
            <a:r>
              <a:rPr lang="en-US" altLang="ja-JP" b="0" dirty="0" smtClean="0">
                <a:latin typeface="メイリオ" panose="020B0604030504040204" pitchFamily="50" charset="-128"/>
                <a:ea typeface="メイリオ" panose="020B0604030504040204" pitchFamily="50" charset="-128"/>
                <a:cs typeface="メイリオ" panose="020B0604030504040204" pitchFamily="50" charset="-128"/>
              </a:rPr>
              <a:t>Bluetooth</a:t>
            </a: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a:t>
            </a:r>
            <a:endParaRPr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17" name="図 1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197685" y="3501008"/>
            <a:ext cx="360000" cy="360000"/>
          </a:xfrm>
          <a:prstGeom prst="rect">
            <a:avLst/>
          </a:prstGeom>
        </p:spPr>
      </p:pic>
      <p:sp>
        <p:nvSpPr>
          <p:cNvPr id="38" name="角丸四角形吹き出し 37"/>
          <p:cNvSpPr/>
          <p:nvPr/>
        </p:nvSpPr>
        <p:spPr bwMode="auto">
          <a:xfrm>
            <a:off x="7506859" y="2005370"/>
            <a:ext cx="2199639" cy="1102832"/>
          </a:xfrm>
          <a:prstGeom prst="wedgeRoundRectCallout">
            <a:avLst>
              <a:gd name="adj1" fmla="val -48217"/>
              <a:gd name="adj2" fmla="val 90138"/>
              <a:gd name="adj3" fmla="val 16667"/>
            </a:avLst>
          </a:prstGeom>
          <a:solidFill>
            <a:schemeClr val="accent2">
              <a:lumMod val="20000"/>
              <a:lumOff val="80000"/>
            </a:schemeClr>
          </a:solidFill>
          <a:ln>
            <a:solidFill>
              <a:schemeClr val="accent2">
                <a:lumMod val="75000"/>
              </a:schemeClr>
            </a:solidFill>
            <a:headEnd type="none" w="med" len="med"/>
            <a:tailEnd type="none" w="med" len="med"/>
          </a:ln>
          <a:extLst/>
        </p:spPr>
        <p:style>
          <a:lnRef idx="3">
            <a:schemeClr val="lt1"/>
          </a:lnRef>
          <a:fillRef idx="1">
            <a:schemeClr val="accent2"/>
          </a:fillRef>
          <a:effectRef idx="1">
            <a:schemeClr val="accent2"/>
          </a:effectRef>
          <a:fontRef idx="minor">
            <a:schemeClr val="lt1"/>
          </a:fontRef>
        </p:style>
        <p:txBody>
          <a:bodyPr vert="horz" wrap="square" lIns="36000" tIns="72000" rIns="36000" bIns="36000" numCol="1" rtlCol="0" anchor="t" anchorCtr="0" compatLnSpc="1">
            <a:prstTxWarp prst="textNoShape">
              <a:avLst/>
            </a:prstTxWarp>
          </a:bodyPr>
          <a:lstStyle/>
          <a:p>
            <a:pPr eaLnBrk="1" hangingPunct="1">
              <a:spcBef>
                <a:spcPct val="5000"/>
              </a:spcBef>
              <a:buSzPct val="80000"/>
            </a:pPr>
            <a:r>
              <a:rPr lang="ja-JP" altLang="en-US" b="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展示物や、売り場ごとにビーコン機器を設置することで、アプリユーザーが接近した場所に応じた情報をピンポイントに提供できる</a:t>
            </a:r>
            <a:endParaRPr lang="ja-JP" altLang="en-US" b="0"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7" name="正方形/長方形 36"/>
          <p:cNvSpPr/>
          <p:nvPr/>
        </p:nvSpPr>
        <p:spPr bwMode="auto">
          <a:xfrm>
            <a:off x="7822244" y="5253150"/>
            <a:ext cx="1269394" cy="272282"/>
          </a:xfrm>
          <a:prstGeom prst="rect">
            <a:avLst/>
          </a:prstGeom>
          <a:no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eaLnBrk="1" hangingPunct="1">
              <a:spcBef>
                <a:spcPct val="5000"/>
              </a:spcBef>
              <a:buSzPct val="60000"/>
              <a:buFont typeface="Wingdings" panose="05000000000000000000" pitchFamily="2" charset="2"/>
              <a:buNone/>
            </a:pPr>
            <a:endParaRPr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25148057"/>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利用シーン</a:t>
            </a:r>
            <a:r>
              <a:rPr kumimoji="1" lang="ja-JP" altLang="en-US" dirty="0" smtClean="0"/>
              <a:t>詳細・災害発生時</a:t>
            </a:r>
            <a:endParaRPr kumimoji="1" lang="ja-JP" altLang="en-US" dirty="0"/>
          </a:p>
        </p:txBody>
      </p:sp>
      <p:sp>
        <p:nvSpPr>
          <p:cNvPr id="3" name="コンテンツ プレースホルダー 2"/>
          <p:cNvSpPr>
            <a:spLocks noGrp="1"/>
          </p:cNvSpPr>
          <p:nvPr>
            <p:ph idx="1"/>
          </p:nvPr>
        </p:nvSpPr>
        <p:spPr>
          <a:xfrm>
            <a:off x="0" y="908051"/>
            <a:ext cx="9899650" cy="1164760"/>
          </a:xfrm>
        </p:spPr>
        <p:txBody>
          <a:bodyPr/>
          <a:lstStyle/>
          <a:p>
            <a:r>
              <a:rPr kumimoji="1" lang="ja-JP" altLang="en-US" dirty="0" smtClean="0"/>
              <a:t>アプリには、災害時に土地勘の無い観光客が迅速に避難できるよう避難所への道案内機能、自治体からの避難施設開設状況・避難支援情報が受信できる仕組みも併せ持ちます。</a:t>
            </a:r>
            <a:r>
              <a:rPr kumimoji="1" lang="en-US" altLang="ja-JP" dirty="0" smtClean="0"/>
              <a:t/>
            </a:r>
            <a:br>
              <a:rPr kumimoji="1" lang="en-US" altLang="ja-JP" dirty="0" smtClean="0"/>
            </a:br>
            <a:r>
              <a:rPr kumimoji="1" lang="ja-JP" altLang="en-US" dirty="0" smtClean="0"/>
              <a:t>また、避難施設への避難行動に移る際に、アプリから現在位置・目的の避難施設・ユーザー属性などをサーバーサイドアプリへ送信することで、避難施設への流入・避難行動分析にも活用できます。</a:t>
            </a:r>
            <a:endParaRPr kumimoji="1" lang="ja-JP" altLang="en-US" dirty="0"/>
          </a:p>
        </p:txBody>
      </p:sp>
      <p:sp>
        <p:nvSpPr>
          <p:cNvPr id="4" name="スライド番号プレースホルダー 3"/>
          <p:cNvSpPr>
            <a:spLocks noGrp="1"/>
          </p:cNvSpPr>
          <p:nvPr>
            <p:ph type="sldNum" sz="quarter" idx="10"/>
          </p:nvPr>
        </p:nvSpPr>
        <p:spPr/>
        <p:txBody>
          <a:bodyPr/>
          <a:lstStyle/>
          <a:p>
            <a:pPr>
              <a:defRPr/>
            </a:pPr>
            <a:fld id="{55C9B671-DA52-43A5-A461-2113FA4BBC4F}" type="slidenum">
              <a:rPr lang="en-US" altLang="ja-JP" smtClean="0"/>
              <a:pPr>
                <a:defRPr/>
              </a:pPr>
              <a:t>7</a:t>
            </a:fld>
            <a:endParaRPr lang="en-US" altLang="ja-JP"/>
          </a:p>
        </p:txBody>
      </p:sp>
      <p:pic>
        <p:nvPicPr>
          <p:cNvPr id="11" name="図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22196" y="3259367"/>
            <a:ext cx="787161" cy="1641740"/>
          </a:xfrm>
          <a:prstGeom prst="rect">
            <a:avLst/>
          </a:prstGeom>
        </p:spPr>
      </p:pic>
      <p:pic>
        <p:nvPicPr>
          <p:cNvPr id="12" name="図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09000" y="3259367"/>
            <a:ext cx="787161" cy="1641740"/>
          </a:xfrm>
          <a:prstGeom prst="rect">
            <a:avLst/>
          </a:prstGeom>
        </p:spPr>
      </p:pic>
      <p:pic>
        <p:nvPicPr>
          <p:cNvPr id="14" name="図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33120" y="3259367"/>
            <a:ext cx="787161" cy="1641740"/>
          </a:xfrm>
          <a:prstGeom prst="rect">
            <a:avLst/>
          </a:prstGeom>
        </p:spPr>
      </p:pic>
      <p:cxnSp>
        <p:nvCxnSpPr>
          <p:cNvPr id="18" name="カギ線コネクタ 17"/>
          <p:cNvCxnSpPr>
            <a:stCxn id="12" idx="2"/>
            <a:endCxn id="38" idx="1"/>
          </p:cNvCxnSpPr>
          <p:nvPr/>
        </p:nvCxnSpPr>
        <p:spPr bwMode="auto">
          <a:xfrm rot="16200000" flipH="1">
            <a:off x="3687690" y="5215998"/>
            <a:ext cx="904085" cy="274302"/>
          </a:xfrm>
          <a:prstGeom prst="bentConnector2">
            <a:avLst/>
          </a:prstGeom>
          <a:solidFill>
            <a:srgbClr val="FFFF99"/>
          </a:solidFill>
          <a:ln w="28575" cap="flat" cmpd="sng" algn="ctr">
            <a:solidFill>
              <a:schemeClr val="bg1">
                <a:lumMod val="50000"/>
              </a:schemeClr>
            </a:solidFill>
            <a:prstDash val="solid"/>
            <a:round/>
            <a:headEnd type="none" w="lg" len="lg"/>
            <a:tailEnd type="stealth"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カギ線コネクタ 18"/>
          <p:cNvCxnSpPr>
            <a:stCxn id="14" idx="2"/>
            <a:endCxn id="38" idx="3"/>
          </p:cNvCxnSpPr>
          <p:nvPr/>
        </p:nvCxnSpPr>
        <p:spPr bwMode="auto">
          <a:xfrm rot="5400000">
            <a:off x="5547750" y="4926240"/>
            <a:ext cx="904085" cy="853818"/>
          </a:xfrm>
          <a:prstGeom prst="bentConnector2">
            <a:avLst/>
          </a:prstGeom>
          <a:solidFill>
            <a:srgbClr val="FFFF99"/>
          </a:solidFill>
          <a:ln w="28575" cap="flat" cmpd="sng" algn="ctr">
            <a:solidFill>
              <a:schemeClr val="bg1">
                <a:lumMod val="50000"/>
              </a:schemeClr>
            </a:solidFill>
            <a:prstDash val="solid"/>
            <a:round/>
            <a:headEnd type="none" w="lg" len="lg"/>
            <a:tailEnd type="stealth"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正方形/長方形 19"/>
          <p:cNvSpPr/>
          <p:nvPr/>
        </p:nvSpPr>
        <p:spPr bwMode="auto">
          <a:xfrm>
            <a:off x="5466193" y="5629665"/>
            <a:ext cx="1052327" cy="293998"/>
          </a:xfrm>
          <a:prstGeom prst="rect">
            <a:avLst/>
          </a:prstGeom>
          <a:noFill/>
          <a:ln w="9525" cap="flat" cmpd="sng" algn="ctr">
            <a:noFill/>
            <a:prstDash val="solid"/>
            <a:round/>
            <a:headEnd type="none" w="med" len="med"/>
            <a:tailEnd type="none" w="med" len="med"/>
          </a:ln>
          <a:effectLst/>
          <a:extLst/>
        </p:spPr>
        <p:txBody>
          <a:bodyPr vert="horz" wrap="none" lIns="0" tIns="0" rIns="0" bIns="0" numCol="1" rtlCol="0" anchor="t" anchorCtr="0" compatLnSpc="1">
            <a:prstTxWarp prst="textNoShape">
              <a:avLst/>
            </a:prstTxWarp>
          </a:bodyPr>
          <a:lstStyle/>
          <a:p>
            <a:pPr marL="101600" indent="-101600" eaLnBrk="1" hangingPunct="1">
              <a:spcBef>
                <a:spcPct val="5000"/>
              </a:spcBef>
              <a:buSzPct val="60000"/>
            </a:pP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避難</a:t>
            </a:r>
            <a:r>
              <a:rPr lang="ja-JP" altLang="en-US" b="0" dirty="0">
                <a:latin typeface="メイリオ" panose="020B0604030504040204" pitchFamily="50" charset="-128"/>
                <a:ea typeface="メイリオ" panose="020B0604030504040204" pitchFamily="50" charset="-128"/>
                <a:cs typeface="メイリオ" panose="020B0604030504040204" pitchFamily="50" charset="-128"/>
              </a:rPr>
              <a:t>行動</a:t>
            </a: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記録</a:t>
            </a:r>
            <a:endParaRPr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1" name="四角形吹き出し 20"/>
          <p:cNvSpPr/>
          <p:nvPr/>
        </p:nvSpPr>
        <p:spPr bwMode="auto">
          <a:xfrm>
            <a:off x="5073174" y="1988841"/>
            <a:ext cx="2160000" cy="1112855"/>
          </a:xfrm>
          <a:prstGeom prst="wedgeRectCallout">
            <a:avLst>
              <a:gd name="adj1" fmla="val 15453"/>
              <a:gd name="adj2" fmla="val 60426"/>
            </a:avLst>
          </a:prstGeom>
          <a:solidFill>
            <a:srgbClr val="CCECFF">
              <a:alpha val="69804"/>
            </a:srgbClr>
          </a:solidFill>
          <a:ln w="28575">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t" anchorCtr="0" compatLnSpc="1">
            <a:prstTxWarp prst="textNoShape">
              <a:avLst/>
            </a:prstTxWarp>
          </a:bodyPr>
          <a:lstStyle/>
          <a:p>
            <a:pPr marL="87313" indent="-87313" eaLnBrk="1" hangingPunct="1">
              <a:spcBef>
                <a:spcPct val="5000"/>
              </a:spcBef>
              <a:buSzPct val="60000"/>
              <a:buFont typeface="Wingdings" panose="05000000000000000000" pitchFamily="2" charset="2"/>
              <a:buChar char="Ø"/>
            </a:pPr>
            <a:r>
              <a:rPr lang="ja-JP" altLang="en-US" b="0" dirty="0">
                <a:solidFill>
                  <a:schemeClr val="dk1"/>
                </a:solidFill>
                <a:latin typeface="メイリオ" panose="020B0604030504040204" pitchFamily="50" charset="-128"/>
                <a:ea typeface="メイリオ" panose="020B0604030504040204" pitchFamily="50" charset="-128"/>
                <a:cs typeface="メイリオ" panose="020B0604030504040204" pitchFamily="50" charset="-128"/>
              </a:rPr>
              <a:t>避難行動</a:t>
            </a:r>
            <a:r>
              <a:rPr lang="ja-JP" altLang="en-US" b="0" dirty="0" smtClean="0">
                <a:solidFill>
                  <a:schemeClr val="dk1"/>
                </a:solidFill>
                <a:latin typeface="メイリオ" panose="020B0604030504040204" pitchFamily="50" charset="-128"/>
                <a:ea typeface="メイリオ" panose="020B0604030504040204" pitchFamily="50" charset="-128"/>
                <a:cs typeface="メイリオ" panose="020B0604030504040204" pitchFamily="50" charset="-128"/>
              </a:rPr>
              <a:t>を自動で定期的</a:t>
            </a:r>
            <a:r>
              <a:rPr lang="ja-JP" altLang="en-US" b="0" dirty="0">
                <a:solidFill>
                  <a:schemeClr val="dk1"/>
                </a:solidFill>
                <a:latin typeface="メイリオ" panose="020B0604030504040204" pitchFamily="50" charset="-128"/>
                <a:ea typeface="メイリオ" panose="020B0604030504040204" pitchFamily="50" charset="-128"/>
                <a:cs typeface="メイリオ" panose="020B0604030504040204" pitchFamily="50" charset="-128"/>
              </a:rPr>
              <a:t>にサーバーへ送信することで、自治体側での避難施設への流入・避難行動分析に活用できる</a:t>
            </a:r>
            <a:endParaRPr lang="en-US" altLang="ja-JP" b="0" dirty="0">
              <a:solidFill>
                <a:schemeClr val="dk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2" name="四角形吹き出し 21"/>
          <p:cNvSpPr/>
          <p:nvPr/>
        </p:nvSpPr>
        <p:spPr bwMode="auto">
          <a:xfrm>
            <a:off x="2600819" y="1988840"/>
            <a:ext cx="2160000" cy="1126511"/>
          </a:xfrm>
          <a:prstGeom prst="wedgeRectCallout">
            <a:avLst>
              <a:gd name="adj1" fmla="val 13437"/>
              <a:gd name="adj2" fmla="val 59903"/>
            </a:avLst>
          </a:prstGeom>
          <a:solidFill>
            <a:srgbClr val="CCECFF">
              <a:alpha val="69804"/>
            </a:srgbClr>
          </a:solidFill>
          <a:ln w="28575">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t" anchorCtr="0" compatLnSpc="1">
            <a:prstTxWarp prst="textNoShape">
              <a:avLst/>
            </a:prstTxWarp>
          </a:bodyPr>
          <a:lstStyle/>
          <a:p>
            <a:pPr marL="87313" indent="-87313" eaLnBrk="1" hangingPunct="1">
              <a:spcBef>
                <a:spcPct val="5000"/>
              </a:spcBef>
              <a:buSzPct val="60000"/>
              <a:buFont typeface="Wingdings" panose="05000000000000000000" pitchFamily="2" charset="2"/>
              <a:buChar char="Ø"/>
            </a:pPr>
            <a:r>
              <a:rPr lang="ja-JP" altLang="en-US" b="0" dirty="0">
                <a:solidFill>
                  <a:schemeClr val="dk1"/>
                </a:solidFill>
                <a:latin typeface="メイリオ" panose="020B0604030504040204" pitchFamily="50" charset="-128"/>
                <a:ea typeface="メイリオ" panose="020B0604030504040204" pitchFamily="50" charset="-128"/>
                <a:cs typeface="メイリオ" panose="020B0604030504040204" pitchFamily="50" charset="-128"/>
              </a:rPr>
              <a:t>近親者への避難状況の連絡（メール、</a:t>
            </a:r>
            <a:r>
              <a:rPr lang="en-US" altLang="ja-JP" b="0" dirty="0">
                <a:solidFill>
                  <a:schemeClr val="dk1"/>
                </a:solidFill>
                <a:latin typeface="メイリオ" panose="020B0604030504040204" pitchFamily="50" charset="-128"/>
                <a:ea typeface="メイリオ" panose="020B0604030504040204" pitchFamily="50" charset="-128"/>
                <a:cs typeface="メイリオ" panose="020B0604030504040204" pitchFamily="50" charset="-128"/>
              </a:rPr>
              <a:t>SNS</a:t>
            </a:r>
            <a:r>
              <a:rPr lang="ja-JP" altLang="en-US" b="0" dirty="0">
                <a:solidFill>
                  <a:schemeClr val="dk1"/>
                </a:solidFill>
                <a:latin typeface="メイリオ" panose="020B0604030504040204" pitchFamily="50" charset="-128"/>
                <a:ea typeface="メイリオ" panose="020B0604030504040204" pitchFamily="50" charset="-128"/>
                <a:cs typeface="メイリオ" panose="020B0604030504040204" pitchFamily="50" charset="-128"/>
              </a:rPr>
              <a:t>など）を容易にできる機能を提供</a:t>
            </a:r>
          </a:p>
        </p:txBody>
      </p:sp>
      <p:sp>
        <p:nvSpPr>
          <p:cNvPr id="23" name="正方形/長方形 22"/>
          <p:cNvSpPr/>
          <p:nvPr/>
        </p:nvSpPr>
        <p:spPr bwMode="auto">
          <a:xfrm>
            <a:off x="3067642" y="5370445"/>
            <a:ext cx="1472850" cy="253934"/>
          </a:xfrm>
          <a:prstGeom prst="rect">
            <a:avLst/>
          </a:prstGeom>
          <a:noFill/>
          <a:ln w="9525" cap="flat" cmpd="sng" algn="ctr">
            <a:noFill/>
            <a:prstDash val="solid"/>
            <a:round/>
            <a:headEnd type="none" w="med" len="med"/>
            <a:tailEnd type="none" w="med" len="med"/>
          </a:ln>
          <a:effectLst/>
          <a:extLst/>
        </p:spPr>
        <p:txBody>
          <a:bodyPr vert="horz" wrap="none" lIns="0" tIns="0" rIns="0" bIns="0" numCol="1" rtlCol="0" anchor="t" anchorCtr="0" compatLnSpc="1">
            <a:prstTxWarp prst="textNoShape">
              <a:avLst/>
            </a:prstTxWarp>
          </a:bodyPr>
          <a:lstStyle/>
          <a:p>
            <a:pPr marL="101600" indent="-101600" eaLnBrk="1" hangingPunct="1">
              <a:spcBef>
                <a:spcPct val="5000"/>
              </a:spcBef>
              <a:buSzPct val="60000"/>
            </a:pPr>
            <a:r>
              <a:rPr lang="ja-JP" altLang="en-US" b="0" dirty="0">
                <a:latin typeface="メイリオ" panose="020B0604030504040204" pitchFamily="50" charset="-128"/>
                <a:ea typeface="メイリオ" panose="020B0604030504040204" pitchFamily="50" charset="-128"/>
                <a:cs typeface="メイリオ" panose="020B0604030504040204" pitchFamily="50" charset="-128"/>
              </a:rPr>
              <a:t>避難行動記録</a:t>
            </a:r>
          </a:p>
        </p:txBody>
      </p:sp>
      <p:sp>
        <p:nvSpPr>
          <p:cNvPr id="24" name="四角形吹き出し 23"/>
          <p:cNvSpPr/>
          <p:nvPr/>
        </p:nvSpPr>
        <p:spPr bwMode="auto">
          <a:xfrm>
            <a:off x="128464" y="1988841"/>
            <a:ext cx="2160000" cy="1106257"/>
          </a:xfrm>
          <a:prstGeom prst="wedgeRectCallout">
            <a:avLst>
              <a:gd name="adj1" fmla="val 17133"/>
              <a:gd name="adj2" fmla="val 61941"/>
            </a:avLst>
          </a:prstGeom>
          <a:solidFill>
            <a:srgbClr val="CCECFF">
              <a:alpha val="69804"/>
            </a:srgbClr>
          </a:solidFill>
          <a:ln w="28575">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t" anchorCtr="0" compatLnSpc="1">
            <a:prstTxWarp prst="textNoShape">
              <a:avLst/>
            </a:prstTxWarp>
          </a:bodyPr>
          <a:lstStyle/>
          <a:p>
            <a:pPr marL="87313" marR="0" indent="-87313" algn="l" defTabSz="914400" rtl="0" eaLnBrk="1" fontAlgn="base" latinLnBrk="0" hangingPunct="1">
              <a:lnSpc>
                <a:spcPct val="100000"/>
              </a:lnSpc>
              <a:spcBef>
                <a:spcPct val="5000"/>
              </a:spcBef>
              <a:spcAft>
                <a:spcPct val="0"/>
              </a:spcAft>
              <a:buClrTx/>
              <a:buSzPct val="60000"/>
              <a:buFont typeface="Wingdings" panose="05000000000000000000" pitchFamily="2" charset="2"/>
              <a:buChar char="Ø"/>
              <a:tabLst/>
            </a:pPr>
            <a:r>
              <a:rPr lang="ja-JP" altLang="en-US" b="0" dirty="0">
                <a:latin typeface="メイリオ" panose="020B0604030504040204" pitchFamily="50" charset="-128"/>
                <a:ea typeface="メイリオ" panose="020B0604030504040204" pitchFamily="50" charset="-128"/>
                <a:cs typeface="メイリオ" panose="020B0604030504040204" pitchFamily="50" charset="-128"/>
              </a:rPr>
              <a:t>最寄</a:t>
            </a: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りの避難施設までの距離・道筋等の情報が参照可能</a:t>
            </a:r>
            <a:r>
              <a:rPr lang="en-US" altLang="ja-JP" b="0" dirty="0" smtClean="0">
                <a:latin typeface="メイリオ" panose="020B0604030504040204" pitchFamily="50" charset="-128"/>
                <a:ea typeface="メイリオ" panose="020B0604030504040204" pitchFamily="50" charset="-128"/>
                <a:cs typeface="メイリオ" panose="020B0604030504040204" pitchFamily="50" charset="-128"/>
              </a:rPr>
              <a:t>※</a:t>
            </a:r>
          </a:p>
          <a:p>
            <a:pPr marL="87313" marR="0" indent="-87313" algn="l" defTabSz="914400" rtl="0" eaLnBrk="1" fontAlgn="base" latinLnBrk="0" hangingPunct="1">
              <a:lnSpc>
                <a:spcPct val="100000"/>
              </a:lnSpc>
              <a:spcBef>
                <a:spcPct val="5000"/>
              </a:spcBef>
              <a:spcAft>
                <a:spcPct val="0"/>
              </a:spcAft>
              <a:buClrTx/>
              <a:buSzPct val="60000"/>
              <a:buFont typeface="Wingdings" panose="05000000000000000000" pitchFamily="2" charset="2"/>
              <a:buChar char="Ø"/>
              <a:tabLst/>
            </a:pPr>
            <a:r>
              <a:rPr lang="ja-JP" altLang="en-US" b="0" dirty="0">
                <a:latin typeface="メイリオ" panose="020B0604030504040204" pitchFamily="50" charset="-128"/>
                <a:ea typeface="メイリオ" panose="020B0604030504040204" pitchFamily="50" charset="-128"/>
                <a:cs typeface="メイリオ" panose="020B0604030504040204" pitchFamily="50" charset="-128"/>
              </a:rPr>
              <a:t>自治体</a:t>
            </a: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からの避難支援情報を参照し迅速な避難が可能</a:t>
            </a:r>
            <a:endParaRPr lang="en-US" altLang="ja-JP" b="0" dirty="0" smtClean="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33" name="図 3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558327" y="3259367"/>
            <a:ext cx="787161" cy="1641740"/>
          </a:xfrm>
          <a:prstGeom prst="rect">
            <a:avLst/>
          </a:prstGeom>
        </p:spPr>
      </p:pic>
      <p:pic>
        <p:nvPicPr>
          <p:cNvPr id="38" name="図 3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76883" y="5157192"/>
            <a:ext cx="1296000" cy="1296000"/>
          </a:xfrm>
          <a:prstGeom prst="rect">
            <a:avLst/>
          </a:prstGeom>
        </p:spPr>
      </p:pic>
      <p:sp>
        <p:nvSpPr>
          <p:cNvPr id="42" name="四角形吹き出し 41"/>
          <p:cNvSpPr/>
          <p:nvPr/>
        </p:nvSpPr>
        <p:spPr bwMode="auto">
          <a:xfrm>
            <a:off x="7545528" y="1988840"/>
            <a:ext cx="2160000" cy="1126511"/>
          </a:xfrm>
          <a:prstGeom prst="wedgeRectCallout">
            <a:avLst>
              <a:gd name="adj1" fmla="val 17469"/>
              <a:gd name="adj2" fmla="val 57538"/>
            </a:avLst>
          </a:prstGeom>
          <a:solidFill>
            <a:srgbClr val="CCECFF">
              <a:alpha val="69804"/>
            </a:srgbClr>
          </a:solidFill>
          <a:ln w="28575">
            <a:headEnd type="none" w="med" len="med"/>
            <a:tailEnd type="none" w="med" len="med"/>
          </a:ln>
          <a:extLst/>
        </p:spPr>
        <p:style>
          <a:lnRef idx="2">
            <a:schemeClr val="accent1"/>
          </a:lnRef>
          <a:fillRef idx="1">
            <a:schemeClr val="lt1"/>
          </a:fillRef>
          <a:effectRef idx="0">
            <a:schemeClr val="accent1"/>
          </a:effectRef>
          <a:fontRef idx="minor">
            <a:schemeClr val="dk1"/>
          </a:fontRef>
        </p:style>
        <p:txBody>
          <a:bodyPr vert="horz" wrap="square" lIns="90000" tIns="46800" rIns="90000" bIns="46800" numCol="1" rtlCol="0" anchor="t" anchorCtr="0" compatLnSpc="1">
            <a:prstTxWarp prst="textNoShape">
              <a:avLst/>
            </a:prstTxWarp>
          </a:bodyPr>
          <a:lstStyle/>
          <a:p>
            <a:pPr marL="87313" indent="-87313" eaLnBrk="1" hangingPunct="1">
              <a:spcBef>
                <a:spcPct val="5000"/>
              </a:spcBef>
              <a:buSzPct val="60000"/>
              <a:buFont typeface="Wingdings" panose="05000000000000000000" pitchFamily="2" charset="2"/>
              <a:buChar char="Ø"/>
            </a:pPr>
            <a:r>
              <a:rPr lang="ja-JP" altLang="en-US" b="0" dirty="0">
                <a:solidFill>
                  <a:schemeClr val="dk1"/>
                </a:solidFill>
                <a:latin typeface="メイリオ" panose="020B0604030504040204" pitchFamily="50" charset="-128"/>
                <a:ea typeface="メイリオ" panose="020B0604030504040204" pitchFamily="50" charset="-128"/>
                <a:cs typeface="メイリオ" panose="020B0604030504040204" pitchFamily="50" charset="-128"/>
              </a:rPr>
              <a:t>避難施設に到着次第、近親者へ即座に連絡</a:t>
            </a:r>
            <a:r>
              <a:rPr lang="ja-JP" altLang="en-US" b="0" dirty="0" smtClean="0">
                <a:solidFill>
                  <a:schemeClr val="dk1"/>
                </a:solidFill>
                <a:latin typeface="メイリオ" panose="020B0604030504040204" pitchFamily="50" charset="-128"/>
                <a:ea typeface="メイリオ" panose="020B0604030504040204" pitchFamily="50" charset="-128"/>
                <a:cs typeface="メイリオ" panose="020B0604030504040204" pitchFamily="50" charset="-128"/>
              </a:rPr>
              <a:t>できる</a:t>
            </a:r>
            <a:endParaRPr lang="en-US" altLang="ja-JP" b="0" dirty="0">
              <a:solidFill>
                <a:schemeClr val="dk1"/>
              </a:solidFill>
              <a:latin typeface="メイリオ" panose="020B0604030504040204" pitchFamily="50" charset="-128"/>
              <a:ea typeface="メイリオ" panose="020B0604030504040204" pitchFamily="50" charset="-128"/>
              <a:cs typeface="メイリオ" panose="020B0604030504040204" pitchFamily="50" charset="-128"/>
            </a:endParaRPr>
          </a:p>
          <a:p>
            <a:pPr marL="87313" indent="-87313" eaLnBrk="1" hangingPunct="1">
              <a:spcBef>
                <a:spcPct val="5000"/>
              </a:spcBef>
              <a:buSzPct val="60000"/>
              <a:buFont typeface="Wingdings" panose="05000000000000000000" pitchFamily="2" charset="2"/>
              <a:buChar char="Ø"/>
            </a:pPr>
            <a:endParaRPr lang="ja-JP" altLang="en-US" b="0" dirty="0">
              <a:solidFill>
                <a:schemeClr val="dk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3" name="正方形/長方形 42"/>
          <p:cNvSpPr/>
          <p:nvPr/>
        </p:nvSpPr>
        <p:spPr bwMode="auto">
          <a:xfrm>
            <a:off x="5656" y="6302740"/>
            <a:ext cx="2931120" cy="308900"/>
          </a:xfrm>
          <a:prstGeom prst="rect">
            <a:avLst/>
          </a:prstGeom>
          <a:noFill/>
          <a:ln w="9525" cap="flat" cmpd="sng" algn="ctr">
            <a:noFill/>
            <a:prstDash val="solid"/>
            <a:round/>
            <a:headEnd type="none" w="med" len="med"/>
            <a:tailEnd type="none" w="med" len="med"/>
          </a:ln>
          <a:effectLst/>
          <a:extLst/>
        </p:spPr>
        <p:txBody>
          <a:bodyPr vert="horz" wrap="square" lIns="0" tIns="0" rIns="0" bIns="0" numCol="1" rtlCol="0" anchor="t" anchorCtr="0" compatLnSpc="1">
            <a:prstTxWarp prst="textNoShape">
              <a:avLst/>
            </a:prstTxWarp>
          </a:bodyPr>
          <a:lstStyle/>
          <a:p>
            <a:pPr marL="101600" indent="-101600" eaLnBrk="1" hangingPunct="1">
              <a:spcBef>
                <a:spcPct val="5000"/>
              </a:spcBef>
              <a:buSzPct val="60000"/>
            </a:pPr>
            <a:r>
              <a:rPr lang="en-US" altLang="ja-JP" sz="1000" b="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000" b="0" dirty="0">
                <a:latin typeface="メイリオ" panose="020B0604030504040204" pitchFamily="50" charset="-128"/>
                <a:ea typeface="メイリオ" panose="020B0604030504040204" pitchFamily="50" charset="-128"/>
                <a:cs typeface="メイリオ" panose="020B0604030504040204" pitchFamily="50" charset="-128"/>
              </a:rPr>
              <a:t>避難施設の位置情報をアプリ内</a:t>
            </a:r>
            <a:r>
              <a:rPr lang="ja-JP" altLang="en-US" sz="1000" b="0" dirty="0" smtClean="0">
                <a:latin typeface="メイリオ" panose="020B0604030504040204" pitchFamily="50" charset="-128"/>
                <a:ea typeface="メイリオ" panose="020B0604030504040204" pitchFamily="50" charset="-128"/>
                <a:cs typeface="メイリオ" panose="020B0604030504040204" pitchFamily="50" charset="-128"/>
              </a:rPr>
              <a:t>に保持すること</a:t>
            </a:r>
            <a:r>
              <a:rPr lang="ja-JP" altLang="en-US" sz="1000" b="0" dirty="0">
                <a:latin typeface="メイリオ" panose="020B0604030504040204" pitchFamily="50" charset="-128"/>
                <a:ea typeface="メイリオ" panose="020B0604030504040204" pitchFamily="50" charset="-128"/>
                <a:cs typeface="メイリオ" panose="020B0604030504040204" pitchFamily="50" charset="-128"/>
              </a:rPr>
              <a:t>で</a:t>
            </a:r>
            <a:r>
              <a:rPr lang="ja-JP" altLang="en-US" sz="1000" b="0" dirty="0" smtClean="0">
                <a:latin typeface="メイリオ" panose="020B0604030504040204" pitchFamily="50" charset="-128"/>
                <a:ea typeface="メイリオ" panose="020B0604030504040204" pitchFamily="50" charset="-128"/>
                <a:cs typeface="メイリオ" panose="020B0604030504040204" pitchFamily="50" charset="-128"/>
              </a:rPr>
              <a:t>、インターネット</a:t>
            </a:r>
            <a:r>
              <a:rPr lang="ja-JP" altLang="en-US" sz="1000" b="0" dirty="0">
                <a:latin typeface="メイリオ" panose="020B0604030504040204" pitchFamily="50" charset="-128"/>
                <a:ea typeface="メイリオ" panose="020B0604030504040204" pitchFamily="50" charset="-128"/>
                <a:cs typeface="メイリオ" panose="020B0604030504040204" pitchFamily="50" charset="-128"/>
              </a:rPr>
              <a:t>に接続できない環境でも案内</a:t>
            </a:r>
            <a:r>
              <a:rPr lang="ja-JP" altLang="en-US" sz="1000" b="0" dirty="0" smtClean="0">
                <a:latin typeface="メイリオ" panose="020B0604030504040204" pitchFamily="50" charset="-128"/>
                <a:ea typeface="メイリオ" panose="020B0604030504040204" pitchFamily="50" charset="-128"/>
                <a:cs typeface="メイリオ" panose="020B0604030504040204" pitchFamily="50" charset="-128"/>
              </a:rPr>
              <a:t>可能</a:t>
            </a:r>
            <a:endParaRPr lang="ja-JP" altLang="en-US" sz="1000" b="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0" name="正方形/長方形 9"/>
          <p:cNvSpPr/>
          <p:nvPr/>
        </p:nvSpPr>
        <p:spPr bwMode="auto">
          <a:xfrm>
            <a:off x="3790242" y="6276400"/>
            <a:ext cx="2314886" cy="218627"/>
          </a:xfrm>
          <a:prstGeom prst="rect">
            <a:avLst/>
          </a:prstGeom>
          <a:noFill/>
          <a:ln w="9525" cap="flat" cmpd="sng" algn="ctr">
            <a:noFill/>
            <a:prstDash val="solid"/>
            <a:round/>
            <a:headEnd type="none" w="med" len="med"/>
            <a:tailEnd type="none" w="med" len="med"/>
          </a:ln>
          <a:effectLst/>
          <a:extLst/>
        </p:spPr>
        <p:txBody>
          <a:bodyPr vert="horz" wrap="none" lIns="0" tIns="0" rIns="0" bIns="0" numCol="1" rtlCol="0" anchor="t" anchorCtr="0" compatLnSpc="1">
            <a:prstTxWarp prst="textNoShape">
              <a:avLst/>
            </a:prstTxWarp>
          </a:bodyPr>
          <a:lstStyle/>
          <a:p>
            <a:pPr marL="101600" indent="-101600" algn="ctr" eaLnBrk="1" hangingPunct="1">
              <a:spcBef>
                <a:spcPct val="5000"/>
              </a:spcBef>
              <a:buSzPct val="60000"/>
            </a:pP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サーバーサイドアプリ</a:t>
            </a:r>
            <a:endParaRPr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44" name="図 4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flipH="1">
            <a:off x="451001" y="3413286"/>
            <a:ext cx="757583" cy="1440000"/>
          </a:xfrm>
          <a:prstGeom prst="rect">
            <a:avLst/>
          </a:prstGeom>
        </p:spPr>
      </p:pic>
      <p:pic>
        <p:nvPicPr>
          <p:cNvPr id="45" name="図 4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flipH="1">
            <a:off x="2841779" y="3413286"/>
            <a:ext cx="757583" cy="1440000"/>
          </a:xfrm>
          <a:prstGeom prst="rect">
            <a:avLst/>
          </a:prstGeom>
        </p:spPr>
      </p:pic>
      <p:pic>
        <p:nvPicPr>
          <p:cNvPr id="46" name="図 4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flipH="1">
            <a:off x="5275537" y="3413286"/>
            <a:ext cx="757583" cy="1440000"/>
          </a:xfrm>
          <a:prstGeom prst="rect">
            <a:avLst/>
          </a:prstGeom>
        </p:spPr>
      </p:pic>
      <p:pic>
        <p:nvPicPr>
          <p:cNvPr id="47" name="図 4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flipH="1">
            <a:off x="7795817" y="3413286"/>
            <a:ext cx="757583" cy="1440000"/>
          </a:xfrm>
          <a:prstGeom prst="rect">
            <a:avLst/>
          </a:prstGeom>
        </p:spPr>
      </p:pic>
      <p:cxnSp>
        <p:nvCxnSpPr>
          <p:cNvPr id="48" name="カギ線コネクタ 47"/>
          <p:cNvCxnSpPr>
            <a:stCxn id="33" idx="2"/>
            <a:endCxn id="29" idx="3"/>
          </p:cNvCxnSpPr>
          <p:nvPr/>
        </p:nvCxnSpPr>
        <p:spPr bwMode="auto">
          <a:xfrm rot="5400000">
            <a:off x="6680112" y="3803378"/>
            <a:ext cx="1174066" cy="3369526"/>
          </a:xfrm>
          <a:prstGeom prst="bentConnector2">
            <a:avLst/>
          </a:prstGeom>
          <a:solidFill>
            <a:srgbClr val="FFFF99"/>
          </a:solidFill>
          <a:ln w="28575" cap="flat" cmpd="sng" algn="ctr">
            <a:solidFill>
              <a:schemeClr val="bg1">
                <a:lumMod val="50000"/>
              </a:schemeClr>
            </a:solidFill>
            <a:prstDash val="solid"/>
            <a:round/>
            <a:headEnd type="none" w="lg" len="lg"/>
            <a:tailEnd type="stealth"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 name="正方形/長方形 49"/>
          <p:cNvSpPr/>
          <p:nvPr/>
        </p:nvSpPr>
        <p:spPr bwMode="auto">
          <a:xfrm>
            <a:off x="8233211" y="5873426"/>
            <a:ext cx="1052327" cy="293998"/>
          </a:xfrm>
          <a:prstGeom prst="rect">
            <a:avLst/>
          </a:prstGeom>
          <a:noFill/>
          <a:ln w="9525" cap="flat" cmpd="sng" algn="ctr">
            <a:noFill/>
            <a:prstDash val="solid"/>
            <a:round/>
            <a:headEnd type="none" w="med" len="med"/>
            <a:tailEnd type="none" w="med" len="med"/>
          </a:ln>
          <a:effectLst/>
          <a:extLst/>
        </p:spPr>
        <p:txBody>
          <a:bodyPr vert="horz" wrap="none" lIns="0" tIns="0" rIns="0" bIns="0" numCol="1" rtlCol="0" anchor="t" anchorCtr="0" compatLnSpc="1">
            <a:prstTxWarp prst="textNoShape">
              <a:avLst/>
            </a:prstTxWarp>
          </a:bodyPr>
          <a:lstStyle/>
          <a:p>
            <a:pPr marL="101600" indent="-101600" eaLnBrk="1" hangingPunct="1">
              <a:spcBef>
                <a:spcPct val="5000"/>
              </a:spcBef>
              <a:buSzPct val="60000"/>
            </a:pPr>
            <a:r>
              <a:rPr lang="ja-JP" altLang="en-US" b="0" dirty="0">
                <a:latin typeface="メイリオ" panose="020B0604030504040204" pitchFamily="50" charset="-128"/>
                <a:ea typeface="メイリオ" panose="020B0604030504040204" pitchFamily="50" charset="-128"/>
                <a:cs typeface="メイリオ" panose="020B0604030504040204" pitchFamily="50" charset="-128"/>
              </a:rPr>
              <a:t>到着記録</a:t>
            </a:r>
          </a:p>
        </p:txBody>
      </p:sp>
      <p:graphicFrame>
        <p:nvGraphicFramePr>
          <p:cNvPr id="28" name="図表 27"/>
          <p:cNvGraphicFramePr/>
          <p:nvPr>
            <p:extLst>
              <p:ext uri="{D42A27DB-BD31-4B8C-83A1-F6EECF244321}">
                <p14:modId xmlns:p14="http://schemas.microsoft.com/office/powerpoint/2010/main" val="1692308497"/>
              </p:ext>
            </p:extLst>
          </p:nvPr>
        </p:nvGraphicFramePr>
        <p:xfrm>
          <a:off x="128464" y="4915551"/>
          <a:ext cx="9649072" cy="36004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9" name="正方形/長方形 28"/>
          <p:cNvSpPr/>
          <p:nvPr/>
        </p:nvSpPr>
        <p:spPr bwMode="auto">
          <a:xfrm>
            <a:off x="4312988" y="5939033"/>
            <a:ext cx="1269394" cy="272282"/>
          </a:xfrm>
          <a:prstGeom prst="rect">
            <a:avLst/>
          </a:prstGeom>
          <a:no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eaLnBrk="1" hangingPunct="1">
              <a:spcBef>
                <a:spcPct val="5000"/>
              </a:spcBef>
              <a:buSzPct val="60000"/>
              <a:buFont typeface="Wingdings" panose="05000000000000000000" pitchFamily="2" charset="2"/>
              <a:buNone/>
            </a:pPr>
            <a:endParaRPr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17" name="カギ線コネクタ 16"/>
          <p:cNvCxnSpPr>
            <a:stCxn id="29" idx="1"/>
            <a:endCxn id="11" idx="3"/>
          </p:cNvCxnSpPr>
          <p:nvPr/>
        </p:nvCxnSpPr>
        <p:spPr bwMode="auto">
          <a:xfrm rot="10800000">
            <a:off x="2009358" y="4080238"/>
            <a:ext cx="2303631" cy="1994936"/>
          </a:xfrm>
          <a:prstGeom prst="bentConnector3">
            <a:avLst>
              <a:gd name="adj1" fmla="val 87804"/>
            </a:avLst>
          </a:prstGeom>
          <a:solidFill>
            <a:srgbClr val="FFFF99"/>
          </a:solidFill>
          <a:ln w="28575" cap="flat" cmpd="sng" algn="ctr">
            <a:solidFill>
              <a:schemeClr val="bg1">
                <a:lumMod val="50000"/>
              </a:schemeClr>
            </a:solidFill>
            <a:prstDash val="solid"/>
            <a:round/>
            <a:headEnd type="none" w="lg" len="lg"/>
            <a:tailEnd type="stealth"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 name="正方形/長方形 36"/>
          <p:cNvSpPr/>
          <p:nvPr/>
        </p:nvSpPr>
        <p:spPr bwMode="auto">
          <a:xfrm>
            <a:off x="2331568" y="5880521"/>
            <a:ext cx="1472850" cy="253934"/>
          </a:xfrm>
          <a:prstGeom prst="rect">
            <a:avLst/>
          </a:prstGeom>
          <a:noFill/>
          <a:ln w="9525" cap="flat" cmpd="sng" algn="ctr">
            <a:noFill/>
            <a:prstDash val="solid"/>
            <a:round/>
            <a:headEnd type="none" w="med" len="med"/>
            <a:tailEnd type="none" w="med" len="med"/>
          </a:ln>
          <a:effectLst/>
          <a:extLst/>
        </p:spPr>
        <p:txBody>
          <a:bodyPr vert="horz" wrap="none" lIns="0" tIns="0" rIns="0" bIns="0" numCol="1" rtlCol="0" anchor="t" anchorCtr="0" compatLnSpc="1">
            <a:prstTxWarp prst="textNoShape">
              <a:avLst/>
            </a:prstTxWarp>
          </a:bodyPr>
          <a:lstStyle/>
          <a:p>
            <a:pPr marL="101600" indent="-101600" eaLnBrk="1" hangingPunct="1">
              <a:spcBef>
                <a:spcPct val="5000"/>
              </a:spcBef>
              <a:buSzPct val="60000"/>
            </a:pP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避難支援情報</a:t>
            </a:r>
            <a:endParaRPr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1" name="正方形/長方形 30"/>
          <p:cNvSpPr/>
          <p:nvPr/>
        </p:nvSpPr>
        <p:spPr bwMode="auto">
          <a:xfrm>
            <a:off x="3786584" y="6553296"/>
            <a:ext cx="5946951" cy="287653"/>
          </a:xfrm>
          <a:prstGeom prst="rect">
            <a:avLst/>
          </a:prstGeom>
          <a:noFill/>
          <a:ln w="9525" cap="flat" cmpd="sng" algn="ctr">
            <a:noFill/>
            <a:prstDash val="solid"/>
            <a:round/>
            <a:headEnd type="none" w="med" len="med"/>
            <a:tailEnd type="none" w="med" len="med"/>
          </a:ln>
          <a:effectLst/>
          <a:extLst/>
        </p:spPr>
        <p:txBody>
          <a:bodyPr vert="horz" wrap="square" lIns="0" tIns="0" rIns="0" bIns="0" numCol="1" rtlCol="0" anchor="t" anchorCtr="0" compatLnSpc="1">
            <a:prstTxWarp prst="textNoShape">
              <a:avLst/>
            </a:prstTxWarp>
          </a:bodyPr>
          <a:lstStyle/>
          <a:p>
            <a:pPr marL="101600" indent="-101600" eaLnBrk="1" hangingPunct="1">
              <a:spcBef>
                <a:spcPct val="5000"/>
              </a:spcBef>
              <a:buSzPct val="60000"/>
            </a:pPr>
            <a:r>
              <a:rPr lang="ja-JP" altLang="en-US" sz="900" b="0" dirty="0" smtClean="0">
                <a:latin typeface="メイリオ" panose="020B0604030504040204" pitchFamily="50" charset="-128"/>
                <a:ea typeface="メイリオ" panose="020B0604030504040204" pitchFamily="50" charset="-128"/>
                <a:cs typeface="メイリオ" panose="020B0604030504040204" pitchFamily="50" charset="-128"/>
              </a:rPr>
              <a:t>注</a:t>
            </a:r>
            <a:r>
              <a:rPr lang="en-US" altLang="ja-JP" sz="900" b="0" dirty="0" smtClean="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900" b="0" dirty="0" smtClean="0">
                <a:latin typeface="メイリオ" panose="020B0604030504040204" pitchFamily="50" charset="-128"/>
                <a:ea typeface="メイリオ" panose="020B0604030504040204" pitchFamily="50" charset="-128"/>
                <a:cs typeface="メイリオ" panose="020B0604030504040204" pitchFamily="50" charset="-128"/>
              </a:rPr>
              <a:t>本ページのアプリ画像には応募者が開発・公開済みの</a:t>
            </a:r>
            <a:r>
              <a:rPr lang="en-US" altLang="ja-JP" sz="900" b="0" dirty="0" smtClean="0">
                <a:latin typeface="メイリオ" panose="020B0604030504040204" pitchFamily="50" charset="-128"/>
                <a:ea typeface="メイリオ" panose="020B0604030504040204" pitchFamily="50" charset="-128"/>
                <a:cs typeface="メイリオ" panose="020B0604030504040204" pitchFamily="50" charset="-128"/>
              </a:rPr>
              <a:t>iOS</a:t>
            </a:r>
            <a:r>
              <a:rPr lang="ja-JP" altLang="en-US" sz="900" b="0" dirty="0" smtClean="0">
                <a:latin typeface="メイリオ" panose="020B0604030504040204" pitchFamily="50" charset="-128"/>
                <a:ea typeface="メイリオ" panose="020B0604030504040204" pitchFamily="50" charset="-128"/>
                <a:cs typeface="メイリオ" panose="020B0604030504040204" pitchFamily="50" charset="-128"/>
              </a:rPr>
              <a:t>アプリ「避難所こっち 兵庫県三田市版」を</a:t>
            </a:r>
            <a:r>
              <a:rPr lang="en-US" altLang="ja-JP" sz="900" b="0" dirty="0" smtClean="0">
                <a:latin typeface="メイリオ" panose="020B0604030504040204" pitchFamily="50" charset="-128"/>
                <a:ea typeface="メイリオ" panose="020B0604030504040204" pitchFamily="50" charset="-128"/>
                <a:cs typeface="メイリオ" panose="020B0604030504040204" pitchFamily="50" charset="-128"/>
              </a:rPr>
              <a:t/>
            </a:r>
            <a:br>
              <a:rPr lang="en-US" altLang="ja-JP" sz="900" b="0" dirty="0" smtClean="0">
                <a:latin typeface="メイリオ" panose="020B0604030504040204" pitchFamily="50" charset="-128"/>
                <a:ea typeface="メイリオ" panose="020B0604030504040204" pitchFamily="50" charset="-128"/>
                <a:cs typeface="メイリオ" panose="020B0604030504040204" pitchFamily="50" charset="-128"/>
              </a:rPr>
            </a:br>
            <a:r>
              <a:rPr lang="ja-JP" altLang="en-US" sz="900" b="0" dirty="0" smtClean="0">
                <a:latin typeface="メイリオ" panose="020B0604030504040204" pitchFamily="50" charset="-128"/>
                <a:ea typeface="メイリオ" panose="020B0604030504040204" pitchFamily="50" charset="-128"/>
                <a:cs typeface="メイリオ" panose="020B0604030504040204" pitchFamily="50" charset="-128"/>
              </a:rPr>
              <a:t>使用しています。本企画の災害発生時機能はこのアプリを</a:t>
            </a:r>
            <a:r>
              <a:rPr lang="ja-JP" altLang="en-US" sz="900" b="0" dirty="0">
                <a:latin typeface="メイリオ" panose="020B0604030504040204" pitchFamily="50" charset="-128"/>
                <a:ea typeface="メイリオ" panose="020B0604030504040204" pitchFamily="50" charset="-128"/>
                <a:cs typeface="メイリオ" panose="020B0604030504040204" pitchFamily="50" charset="-128"/>
              </a:rPr>
              <a:t>基</a:t>
            </a:r>
            <a:r>
              <a:rPr lang="ja-JP" altLang="en-US" sz="900" b="0" dirty="0" smtClean="0">
                <a:latin typeface="メイリオ" panose="020B0604030504040204" pitchFamily="50" charset="-128"/>
                <a:ea typeface="メイリオ" panose="020B0604030504040204" pitchFamily="50" charset="-128"/>
                <a:cs typeface="メイリオ" panose="020B0604030504040204" pitchFamily="50" charset="-128"/>
              </a:rPr>
              <a:t>に開発する想定です。（</a:t>
            </a:r>
            <a:r>
              <a:rPr lang="en-US" altLang="ja-JP" sz="900" b="0" dirty="0">
                <a:latin typeface="メイリオ" panose="020B0604030504040204" pitchFamily="50" charset="-128"/>
                <a:ea typeface="メイリオ" panose="020B0604030504040204" pitchFamily="50" charset="-128"/>
                <a:cs typeface="メイリオ" panose="020B0604030504040204" pitchFamily="50" charset="-128"/>
              </a:rPr>
              <a:t>https://goo.gl/MifFFQ</a:t>
            </a:r>
            <a:r>
              <a:rPr lang="ja-JP" altLang="en-US" sz="900" b="0" dirty="0" smtClean="0">
                <a:latin typeface="メイリオ" panose="020B0604030504040204" pitchFamily="50" charset="-128"/>
                <a:ea typeface="メイリオ" panose="020B0604030504040204" pitchFamily="50" charset="-128"/>
                <a:cs typeface="メイリオ" panose="020B0604030504040204" pitchFamily="50" charset="-128"/>
              </a:rPr>
              <a:t>）</a:t>
            </a:r>
            <a:endParaRPr lang="ja-JP" altLang="en-US" sz="900" b="0"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83626011"/>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利用者拡大に向けた施策</a:t>
            </a:r>
            <a:endParaRPr kumimoji="1" lang="ja-JP" altLang="en-US" dirty="0"/>
          </a:p>
        </p:txBody>
      </p:sp>
      <p:sp>
        <p:nvSpPr>
          <p:cNvPr id="3" name="コンテンツ プレースホルダー 2"/>
          <p:cNvSpPr>
            <a:spLocks noGrp="1"/>
          </p:cNvSpPr>
          <p:nvPr>
            <p:ph sz="half" idx="1"/>
          </p:nvPr>
        </p:nvSpPr>
        <p:spPr>
          <a:xfrm>
            <a:off x="52387" y="1556792"/>
            <a:ext cx="4900613" cy="5040000"/>
          </a:xfrm>
          <a:solidFill>
            <a:schemeClr val="accent1">
              <a:lumMod val="20000"/>
              <a:lumOff val="80000"/>
              <a:alpha val="40000"/>
            </a:schemeClr>
          </a:solidFill>
          <a:ln w="38100"/>
        </p:spPr>
        <p:style>
          <a:lnRef idx="2">
            <a:schemeClr val="accent1"/>
          </a:lnRef>
          <a:fillRef idx="1">
            <a:schemeClr val="lt1"/>
          </a:fillRef>
          <a:effectRef idx="0">
            <a:schemeClr val="accent1"/>
          </a:effectRef>
          <a:fontRef idx="minor">
            <a:schemeClr val="dk1"/>
          </a:fontRef>
        </p:style>
        <p:txBody>
          <a:bodyPr/>
          <a:lstStyle/>
          <a:p>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隣接自治体を中心とした近隣自治体との共同運用</a:t>
            </a:r>
            <a:endParaRPr kumimoji="1"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pPr lvl="1"/>
            <a:r>
              <a:rPr kumimoji="1"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神戸市だけでなく、隣接自治体である西宮市や宝塚市、三田市などにも魅力的な観光施設が数多くあります。神戸市の観光施設だけでなく、隣接自治体との共同運用を行って対象の観光施設を増やすことで、利用者の拡大・観光産業の振興にもつながります。</a:t>
            </a:r>
            <a:endParaRPr kumimoji="1"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pPr lvl="1"/>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また、災害規模によっては、近隣自治体の広域避難所などへの避難も行われます。そのような場合には、近隣自治体への避難誘導や避難支援情報の提供によって、より迅速な避難が可能となります。</a:t>
            </a:r>
            <a:endParaRPr lang="en-US" altLang="ja-JP"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2" name="コンテンツ プレースホルダー 31"/>
          <p:cNvSpPr>
            <a:spLocks noGrp="1"/>
          </p:cNvSpPr>
          <p:nvPr>
            <p:ph sz="half" idx="2"/>
          </p:nvPr>
        </p:nvSpPr>
        <p:spPr>
          <a:xfrm>
            <a:off x="5019257" y="1556792"/>
            <a:ext cx="4846987" cy="5040000"/>
          </a:xfrm>
          <a:solidFill>
            <a:schemeClr val="accent2">
              <a:lumMod val="20000"/>
              <a:lumOff val="80000"/>
              <a:alpha val="40000"/>
            </a:schemeClr>
          </a:solidFill>
          <a:ln w="38100"/>
        </p:spPr>
        <p:style>
          <a:lnRef idx="2">
            <a:schemeClr val="accent2"/>
          </a:lnRef>
          <a:fillRef idx="1">
            <a:schemeClr val="lt1"/>
          </a:fillRef>
          <a:effectRef idx="0">
            <a:schemeClr val="accent2"/>
          </a:effectRef>
          <a:fontRef idx="minor">
            <a:schemeClr val="dk1"/>
          </a:fontRef>
        </p:style>
        <p:txBody>
          <a:bodyPr/>
          <a:lstStyle/>
          <a:p>
            <a:pPr>
              <a:buClr>
                <a:srgbClr val="C00000"/>
              </a:buClr>
            </a:pPr>
            <a:r>
              <a:rPr lang="en-US" altLang="ja-JP" dirty="0">
                <a:latin typeface="メイリオ" panose="020B0604030504040204" pitchFamily="50" charset="-128"/>
                <a:ea typeface="メイリオ" panose="020B0604030504040204" pitchFamily="50" charset="-128"/>
                <a:cs typeface="メイリオ" panose="020B0604030504040204" pitchFamily="50" charset="-128"/>
              </a:rPr>
              <a:t>API</a:t>
            </a:r>
            <a:r>
              <a:rPr lang="ja-JP" altLang="en-US" dirty="0">
                <a:latin typeface="メイリオ" panose="020B0604030504040204" pitchFamily="50" charset="-128"/>
                <a:ea typeface="メイリオ" panose="020B0604030504040204" pitchFamily="50" charset="-128"/>
                <a:cs typeface="メイリオ" panose="020B0604030504040204" pitchFamily="50" charset="-128"/>
              </a:rPr>
              <a:t>提供による利用者拡大</a:t>
            </a:r>
            <a:endParaRPr lang="en-US" altLang="ja-JP" dirty="0">
              <a:latin typeface="メイリオ" panose="020B0604030504040204" pitchFamily="50" charset="-128"/>
              <a:ea typeface="メイリオ" panose="020B0604030504040204" pitchFamily="50" charset="-128"/>
              <a:cs typeface="メイリオ" panose="020B0604030504040204" pitchFamily="50" charset="-128"/>
            </a:endParaRPr>
          </a:p>
          <a:p>
            <a:pPr lvl="1">
              <a:buClr>
                <a:srgbClr val="C00000"/>
              </a:buClr>
            </a:pPr>
            <a:r>
              <a:rPr lang="ja-JP" altLang="en-US" dirty="0">
                <a:latin typeface="メイリオ" panose="020B0604030504040204" pitchFamily="50" charset="-128"/>
                <a:ea typeface="メイリオ" panose="020B0604030504040204" pitchFamily="50" charset="-128"/>
                <a:cs typeface="メイリオ" panose="020B0604030504040204" pitchFamily="50" charset="-128"/>
              </a:rPr>
              <a:t>本企画の観光施設情報やイベント情報などの情報について、他アプリでも利用可能なオープンデータとして</a:t>
            </a:r>
            <a:r>
              <a:rPr lang="en-US" altLang="ja-JP" dirty="0">
                <a:latin typeface="メイリオ" panose="020B0604030504040204" pitchFamily="50" charset="-128"/>
                <a:ea typeface="メイリオ" panose="020B0604030504040204" pitchFamily="50" charset="-128"/>
                <a:cs typeface="メイリオ" panose="020B0604030504040204" pitchFamily="50" charset="-128"/>
              </a:rPr>
              <a:t>API※</a:t>
            </a:r>
            <a:r>
              <a:rPr lang="ja-JP" altLang="en-US" dirty="0" err="1">
                <a:latin typeface="メイリオ" panose="020B0604030504040204" pitchFamily="50" charset="-128"/>
                <a:ea typeface="メイリオ" panose="020B0604030504040204" pitchFamily="50" charset="-128"/>
                <a:cs typeface="メイリオ" panose="020B0604030504040204" pitchFamily="50" charset="-128"/>
              </a:rPr>
              <a:t>を提</a:t>
            </a:r>
            <a:r>
              <a:rPr lang="ja-JP" altLang="en-US" dirty="0">
                <a:latin typeface="メイリオ" panose="020B0604030504040204" pitchFamily="50" charset="-128"/>
                <a:ea typeface="メイリオ" panose="020B0604030504040204" pitchFamily="50" charset="-128"/>
                <a:cs typeface="メイリオ" panose="020B0604030504040204" pitchFamily="50" charset="-128"/>
              </a:rPr>
              <a:t>供することで</a:t>
            </a:r>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a:t>
            </a:r>
            <a:r>
              <a:rPr lang="en-US" altLang="ja-JP" dirty="0" smtClean="0">
                <a:latin typeface="メイリオ" panose="020B0604030504040204" pitchFamily="50" charset="-128"/>
                <a:ea typeface="メイリオ" panose="020B0604030504040204" pitchFamily="50" charset="-128"/>
                <a:cs typeface="メイリオ" panose="020B0604030504040204" pitchFamily="50" charset="-128"/>
              </a:rPr>
              <a:t>KOBE Spots+</a:t>
            </a:r>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cs typeface="メイリオ" panose="020B0604030504040204" pitchFamily="50" charset="-128"/>
              </a:rPr>
              <a:t>アプリだけでなく、他の開発者・団体も巻き込んで、より多くの利用者に神戸市の観光施設情報を活用してもらうことができ、神戸市への観光者</a:t>
            </a:r>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増加も見込めます</a:t>
            </a:r>
            <a:r>
              <a:rPr lang="ja-JP" altLang="en-US"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dirty="0">
              <a:latin typeface="メイリオ" panose="020B0604030504040204" pitchFamily="50" charset="-128"/>
              <a:ea typeface="メイリオ" panose="020B0604030504040204" pitchFamily="50" charset="-128"/>
              <a:cs typeface="メイリオ" panose="020B0604030504040204" pitchFamily="50" charset="-128"/>
            </a:endParaRPr>
          </a:p>
          <a:p>
            <a:pPr lvl="1">
              <a:buClr>
                <a:srgbClr val="C00000"/>
              </a:buClr>
            </a:pPr>
            <a:endParaRPr lang="en-US" altLang="ja-JP" dirty="0">
              <a:latin typeface="メイリオ" panose="020B0604030504040204" pitchFamily="50" charset="-128"/>
              <a:ea typeface="メイリオ" panose="020B0604030504040204" pitchFamily="50" charset="-128"/>
              <a:cs typeface="メイリオ" panose="020B0604030504040204" pitchFamily="50" charset="-128"/>
            </a:endParaRPr>
          </a:p>
          <a:p>
            <a:pPr>
              <a:buClr>
                <a:srgbClr val="C00000"/>
              </a:buClr>
            </a:pPr>
            <a:endParaRPr lang="en-US" altLang="ja-JP" dirty="0">
              <a:latin typeface="メイリオ" panose="020B0604030504040204" pitchFamily="50" charset="-128"/>
              <a:ea typeface="メイリオ" panose="020B0604030504040204" pitchFamily="50" charset="-128"/>
              <a:cs typeface="メイリオ" panose="020B0604030504040204" pitchFamily="50" charset="-128"/>
            </a:endParaRPr>
          </a:p>
          <a:p>
            <a:pPr>
              <a:buClr>
                <a:srgbClr val="C00000"/>
              </a:buClr>
            </a:pPr>
            <a:endParaRPr kumimoji="1" lang="ja-JP" altLang="en-US"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 name="スライド番号プレースホルダー 3"/>
          <p:cNvSpPr>
            <a:spLocks noGrp="1"/>
          </p:cNvSpPr>
          <p:nvPr>
            <p:ph type="sldNum" sz="quarter" idx="10"/>
          </p:nvPr>
        </p:nvSpPr>
        <p:spPr/>
        <p:txBody>
          <a:bodyPr/>
          <a:lstStyle/>
          <a:p>
            <a:pPr>
              <a:defRPr/>
            </a:pPr>
            <a:fld id="{55C9B671-DA52-43A5-A461-2113FA4BBC4F}" type="slidenum">
              <a:rPr lang="en-US" altLang="ja-JP" smtClean="0"/>
              <a:pPr>
                <a:defRPr/>
              </a:pPr>
              <a:t>8</a:t>
            </a:fld>
            <a:endParaRPr lang="en-US" altLang="ja-JP"/>
          </a:p>
        </p:txBody>
      </p:sp>
      <p:sp>
        <p:nvSpPr>
          <p:cNvPr id="6" name="正方形/長方形 5"/>
          <p:cNvSpPr/>
          <p:nvPr/>
        </p:nvSpPr>
        <p:spPr bwMode="auto">
          <a:xfrm>
            <a:off x="5143197" y="5901523"/>
            <a:ext cx="4634339" cy="589993"/>
          </a:xfrm>
          <a:prstGeom prst="rect">
            <a:avLst/>
          </a:prstGeom>
          <a:noFill/>
          <a:ln w="9525" cap="flat" cmpd="sng" algn="ctr">
            <a:noFill/>
            <a:prstDash val="solid"/>
            <a:round/>
            <a:headEnd type="none" w="med" len="med"/>
            <a:tailEnd type="none" w="med" len="med"/>
          </a:ln>
          <a:effectLst/>
          <a:extLst/>
        </p:spPr>
        <p:txBody>
          <a:bodyPr vert="horz" wrap="none" lIns="0" tIns="0" rIns="0" bIns="0" numCol="1" rtlCol="0" anchor="t" anchorCtr="0" compatLnSpc="1">
            <a:prstTxWarp prst="textNoShape">
              <a:avLst/>
            </a:prstTxWarp>
          </a:bodyPr>
          <a:lstStyle/>
          <a:p>
            <a:pPr marL="101600" indent="-101600" eaLnBrk="1" hangingPunct="1">
              <a:spcBef>
                <a:spcPct val="5000"/>
              </a:spcBef>
              <a:buSzPct val="60000"/>
            </a:pPr>
            <a:r>
              <a:rPr lang="en-US" altLang="ja-JP" b="0" dirty="0" smtClean="0">
                <a:latin typeface="メイリオ" panose="020B0604030504040204" pitchFamily="50" charset="-128"/>
                <a:ea typeface="メイリオ" panose="020B0604030504040204" pitchFamily="50" charset="-128"/>
                <a:cs typeface="メイリオ" panose="020B0604030504040204" pitchFamily="50" charset="-128"/>
              </a:rPr>
              <a:t>※API</a:t>
            </a: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a:t>
            </a:r>
            <a:r>
              <a:rPr lang="en-US" altLang="ja-JP" b="0" dirty="0">
                <a:latin typeface="メイリオ" panose="020B0604030504040204" pitchFamily="50" charset="-128"/>
                <a:ea typeface="メイリオ" panose="020B0604030504040204" pitchFamily="50" charset="-128"/>
                <a:cs typeface="メイリオ" panose="020B0604030504040204" pitchFamily="50" charset="-128"/>
              </a:rPr>
              <a:t>Application Programming </a:t>
            </a:r>
            <a:r>
              <a:rPr lang="en-US" altLang="ja-JP" b="0" dirty="0" smtClean="0">
                <a:latin typeface="メイリオ" panose="020B0604030504040204" pitchFamily="50" charset="-128"/>
                <a:ea typeface="メイリオ" panose="020B0604030504040204" pitchFamily="50" charset="-128"/>
                <a:cs typeface="メイリオ" panose="020B0604030504040204" pitchFamily="50" charset="-128"/>
              </a:rPr>
              <a:t>Interface</a:t>
            </a:r>
            <a:r>
              <a:rPr lang="en-US" altLang="ja-JP" b="0" dirty="0">
                <a:latin typeface="メイリオ" panose="020B0604030504040204" pitchFamily="50" charset="-128"/>
                <a:ea typeface="メイリオ" panose="020B0604030504040204" pitchFamily="50" charset="-128"/>
                <a:cs typeface="メイリオ" panose="020B0604030504040204" pitchFamily="50" charset="-128"/>
              </a:rPr>
              <a:t/>
            </a:r>
            <a:br>
              <a:rPr lang="en-US" altLang="ja-JP" b="0" dirty="0">
                <a:latin typeface="メイリオ" panose="020B0604030504040204" pitchFamily="50" charset="-128"/>
                <a:ea typeface="メイリオ" panose="020B0604030504040204" pitchFamily="50" charset="-128"/>
                <a:cs typeface="メイリオ" panose="020B0604030504040204" pitchFamily="50" charset="-128"/>
              </a:rPr>
            </a:b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あるシステムで管理するデータを、他システムからも利用可能と</a:t>
            </a:r>
            <a:r>
              <a:rPr lang="en-US" altLang="ja-JP" b="0" dirty="0" smtClean="0">
                <a:latin typeface="メイリオ" panose="020B0604030504040204" pitchFamily="50" charset="-128"/>
                <a:ea typeface="メイリオ" panose="020B0604030504040204" pitchFamily="50" charset="-128"/>
                <a:cs typeface="メイリオ" panose="020B0604030504040204" pitchFamily="50" charset="-128"/>
              </a:rPr>
              <a:t/>
            </a:r>
            <a:br>
              <a:rPr lang="en-US" altLang="ja-JP" b="0" dirty="0" smtClean="0">
                <a:latin typeface="メイリオ" panose="020B0604030504040204" pitchFamily="50" charset="-128"/>
                <a:ea typeface="メイリオ" panose="020B0604030504040204" pitchFamily="50" charset="-128"/>
                <a:cs typeface="メイリオ" panose="020B0604030504040204" pitchFamily="50" charset="-128"/>
              </a:rPr>
            </a:b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するための仕様のこと</a:t>
            </a:r>
            <a:endParaRPr lang="en-US" altLang="ja-JP" b="0" dirty="0" smtClean="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3" name="正方形/長方形 32"/>
          <p:cNvSpPr/>
          <p:nvPr/>
        </p:nvSpPr>
        <p:spPr bwMode="auto">
          <a:xfrm>
            <a:off x="0" y="908050"/>
            <a:ext cx="9899650" cy="646628"/>
          </a:xfrm>
          <a:prstGeom prst="rect">
            <a:avLst/>
          </a:prstGeom>
          <a:no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180975" indent="-180975" eaLnBrk="1" hangingPunct="1">
              <a:spcBef>
                <a:spcPct val="5000"/>
              </a:spcBef>
              <a:buClr>
                <a:srgbClr val="0000CC"/>
              </a:buClr>
              <a:buSzPct val="80000"/>
              <a:buFont typeface="Wingdings" panose="05000000000000000000" pitchFamily="2" charset="2"/>
              <a:buChar char="n"/>
            </a:pPr>
            <a:r>
              <a:rPr lang="ja-JP" altLang="en-US" sz="1800" b="0" dirty="0" smtClean="0">
                <a:latin typeface="メイリオ" panose="020B0604030504040204" pitchFamily="50" charset="-128"/>
                <a:ea typeface="メイリオ" panose="020B0604030504040204" pitchFamily="50" charset="-128"/>
                <a:cs typeface="メイリオ" panose="020B0604030504040204" pitchFamily="50" charset="-128"/>
              </a:rPr>
              <a:t>利用者拡大の施策として、近隣自治体など他自治体との共同運用や、</a:t>
            </a:r>
            <a:r>
              <a:rPr lang="en-US" altLang="ja-JP" sz="1800" b="0" dirty="0" smtClean="0">
                <a:latin typeface="メイリオ" panose="020B0604030504040204" pitchFamily="50" charset="-128"/>
                <a:ea typeface="メイリオ" panose="020B0604030504040204" pitchFamily="50" charset="-128"/>
                <a:cs typeface="メイリオ" panose="020B0604030504040204" pitchFamily="50" charset="-128"/>
              </a:rPr>
              <a:t>API</a:t>
            </a:r>
            <a:r>
              <a:rPr lang="ja-JP" altLang="en-US" sz="1800" b="0" dirty="0" smtClean="0">
                <a:latin typeface="メイリオ" panose="020B0604030504040204" pitchFamily="50" charset="-128"/>
                <a:ea typeface="メイリオ" panose="020B0604030504040204" pitchFamily="50" charset="-128"/>
                <a:cs typeface="メイリオ" panose="020B0604030504040204" pitchFamily="50" charset="-128"/>
              </a:rPr>
              <a:t>提供による情報配信が考えられます。</a:t>
            </a:r>
            <a:endParaRPr lang="en-US" altLang="ja-JP" sz="1800" b="0" dirty="0">
              <a:latin typeface="メイリオ" panose="020B0604030504040204" pitchFamily="50" charset="-128"/>
              <a:ea typeface="メイリオ" panose="020B0604030504040204" pitchFamily="50" charset="-128"/>
              <a:cs typeface="メイリオ" panose="020B0604030504040204" pitchFamily="50" charset="-128"/>
            </a:endParaRPr>
          </a:p>
        </p:txBody>
      </p:sp>
      <p:grpSp>
        <p:nvGrpSpPr>
          <p:cNvPr id="234" name="グループ化 233"/>
          <p:cNvGrpSpPr/>
          <p:nvPr/>
        </p:nvGrpSpPr>
        <p:grpSpPr>
          <a:xfrm>
            <a:off x="469695" y="3835447"/>
            <a:ext cx="4065995" cy="2656069"/>
            <a:chOff x="501138" y="3838924"/>
            <a:chExt cx="4065995" cy="2656069"/>
          </a:xfrm>
        </p:grpSpPr>
        <p:grpSp>
          <p:nvGrpSpPr>
            <p:cNvPr id="8" name="グループ化 7"/>
            <p:cNvGrpSpPr/>
            <p:nvPr/>
          </p:nvGrpSpPr>
          <p:grpSpPr>
            <a:xfrm>
              <a:off x="501138" y="3838924"/>
              <a:ext cx="4065995" cy="2656069"/>
              <a:chOff x="543993" y="4196784"/>
              <a:chExt cx="5234644" cy="3419476"/>
            </a:xfrm>
          </p:grpSpPr>
          <p:grpSp>
            <p:nvGrpSpPr>
              <p:cNvPr id="148" name="Group 8"/>
              <p:cNvGrpSpPr>
                <a:grpSpLocks/>
              </p:cNvGrpSpPr>
              <p:nvPr/>
            </p:nvGrpSpPr>
            <p:grpSpPr bwMode="auto">
              <a:xfrm>
                <a:off x="1918850" y="5366772"/>
                <a:ext cx="2609850" cy="2249488"/>
                <a:chOff x="5166" y="4385"/>
                <a:chExt cx="1644" cy="1417"/>
              </a:xfrm>
            </p:grpSpPr>
            <p:sp>
              <p:nvSpPr>
                <p:cNvPr id="149" name="Freeform 9"/>
                <p:cNvSpPr>
                  <a:spLocks/>
                </p:cNvSpPr>
                <p:nvPr/>
              </p:nvSpPr>
              <p:spPr bwMode="auto">
                <a:xfrm>
                  <a:off x="6584" y="4952"/>
                  <a:ext cx="226" cy="397"/>
                </a:xfrm>
                <a:custGeom>
                  <a:avLst/>
                  <a:gdLst>
                    <a:gd name="T0" fmla="*/ 56 w 226"/>
                    <a:gd name="T1" fmla="*/ 0 h 397"/>
                    <a:gd name="T2" fmla="*/ 0 w 226"/>
                    <a:gd name="T3" fmla="*/ 113 h 397"/>
                    <a:gd name="T4" fmla="*/ 56 w 226"/>
                    <a:gd name="T5" fmla="*/ 170 h 397"/>
                    <a:gd name="T6" fmla="*/ 0 w 226"/>
                    <a:gd name="T7" fmla="*/ 227 h 397"/>
                    <a:gd name="T8" fmla="*/ 0 w 226"/>
                    <a:gd name="T9" fmla="*/ 397 h 397"/>
                    <a:gd name="T10" fmla="*/ 170 w 226"/>
                    <a:gd name="T11" fmla="*/ 397 h 397"/>
                    <a:gd name="T12" fmla="*/ 170 w 226"/>
                    <a:gd name="T13" fmla="*/ 340 h 397"/>
                    <a:gd name="T14" fmla="*/ 226 w 226"/>
                    <a:gd name="T15" fmla="*/ 397 h 397"/>
                    <a:gd name="T16" fmla="*/ 226 w 226"/>
                    <a:gd name="T17" fmla="*/ 340 h 397"/>
                    <a:gd name="T18" fmla="*/ 170 w 226"/>
                    <a:gd name="T19" fmla="*/ 170 h 397"/>
                    <a:gd name="T20" fmla="*/ 56 w 226"/>
                    <a:gd name="T21" fmla="*/ 0 h 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6" h="397">
                      <a:moveTo>
                        <a:pt x="56" y="0"/>
                      </a:moveTo>
                      <a:lnTo>
                        <a:pt x="0" y="113"/>
                      </a:lnTo>
                      <a:lnTo>
                        <a:pt x="56" y="170"/>
                      </a:lnTo>
                      <a:lnTo>
                        <a:pt x="0" y="227"/>
                      </a:lnTo>
                      <a:lnTo>
                        <a:pt x="0" y="397"/>
                      </a:lnTo>
                      <a:lnTo>
                        <a:pt x="170" y="397"/>
                      </a:lnTo>
                      <a:lnTo>
                        <a:pt x="170" y="340"/>
                      </a:lnTo>
                      <a:lnTo>
                        <a:pt x="226" y="397"/>
                      </a:lnTo>
                      <a:lnTo>
                        <a:pt x="226" y="340"/>
                      </a:lnTo>
                      <a:lnTo>
                        <a:pt x="170" y="170"/>
                      </a:lnTo>
                      <a:lnTo>
                        <a:pt x="56" y="0"/>
                      </a:lnTo>
                      <a:close/>
                    </a:path>
                  </a:pathLst>
                </a:custGeom>
                <a:ln>
                  <a:headEnd/>
                  <a:tailEnd/>
                </a:ln>
                <a:extLst/>
              </p:spPr>
              <p:style>
                <a:lnRef idx="2">
                  <a:schemeClr val="accent6">
                    <a:shade val="50000"/>
                  </a:schemeClr>
                </a:lnRef>
                <a:fillRef idx="1">
                  <a:schemeClr val="accent6"/>
                </a:fillRef>
                <a:effectRef idx="0">
                  <a:schemeClr val="accent6"/>
                </a:effectRef>
                <a:fontRef idx="minor">
                  <a:schemeClr val="lt1"/>
                </a:fontRef>
              </p:style>
              <p:txBody>
                <a:bodyPr/>
                <a:lstStyle/>
                <a:p>
                  <a:endParaRPr lang="ja-JP" altLang="en-US"/>
                </a:p>
              </p:txBody>
            </p:sp>
            <p:sp>
              <p:nvSpPr>
                <p:cNvPr id="150" name="Freeform 10"/>
                <p:cNvSpPr>
                  <a:spLocks/>
                </p:cNvSpPr>
                <p:nvPr/>
              </p:nvSpPr>
              <p:spPr bwMode="auto">
                <a:xfrm>
                  <a:off x="6357" y="5065"/>
                  <a:ext cx="283" cy="340"/>
                </a:xfrm>
                <a:custGeom>
                  <a:avLst/>
                  <a:gdLst>
                    <a:gd name="T0" fmla="*/ 227 w 283"/>
                    <a:gd name="T1" fmla="*/ 0 h 340"/>
                    <a:gd name="T2" fmla="*/ 113 w 283"/>
                    <a:gd name="T3" fmla="*/ 0 h 340"/>
                    <a:gd name="T4" fmla="*/ 0 w 283"/>
                    <a:gd name="T5" fmla="*/ 57 h 340"/>
                    <a:gd name="T6" fmla="*/ 0 w 283"/>
                    <a:gd name="T7" fmla="*/ 227 h 340"/>
                    <a:gd name="T8" fmla="*/ 56 w 283"/>
                    <a:gd name="T9" fmla="*/ 227 h 340"/>
                    <a:gd name="T10" fmla="*/ 113 w 283"/>
                    <a:gd name="T11" fmla="*/ 340 h 340"/>
                    <a:gd name="T12" fmla="*/ 227 w 283"/>
                    <a:gd name="T13" fmla="*/ 284 h 340"/>
                    <a:gd name="T14" fmla="*/ 227 w 283"/>
                    <a:gd name="T15" fmla="*/ 114 h 340"/>
                    <a:gd name="T16" fmla="*/ 283 w 283"/>
                    <a:gd name="T17" fmla="*/ 57 h 340"/>
                    <a:gd name="T18" fmla="*/ 227 w 283"/>
                    <a:gd name="T19" fmla="*/ 0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340">
                      <a:moveTo>
                        <a:pt x="227" y="0"/>
                      </a:moveTo>
                      <a:lnTo>
                        <a:pt x="113" y="0"/>
                      </a:lnTo>
                      <a:lnTo>
                        <a:pt x="0" y="57"/>
                      </a:lnTo>
                      <a:lnTo>
                        <a:pt x="0" y="227"/>
                      </a:lnTo>
                      <a:lnTo>
                        <a:pt x="56" y="227"/>
                      </a:lnTo>
                      <a:lnTo>
                        <a:pt x="113" y="340"/>
                      </a:lnTo>
                      <a:lnTo>
                        <a:pt x="227" y="284"/>
                      </a:lnTo>
                      <a:lnTo>
                        <a:pt x="227" y="114"/>
                      </a:lnTo>
                      <a:lnTo>
                        <a:pt x="283" y="57"/>
                      </a:lnTo>
                      <a:lnTo>
                        <a:pt x="227" y="0"/>
                      </a:lnTo>
                      <a:close/>
                    </a:path>
                  </a:pathLst>
                </a:custGeom>
                <a:ln>
                  <a:headEnd/>
                  <a:tailEnd/>
                </a:ln>
                <a:extLst/>
              </p:spPr>
              <p:style>
                <a:lnRef idx="2">
                  <a:schemeClr val="accent6">
                    <a:shade val="50000"/>
                  </a:schemeClr>
                </a:lnRef>
                <a:fillRef idx="1">
                  <a:schemeClr val="accent6"/>
                </a:fillRef>
                <a:effectRef idx="0">
                  <a:schemeClr val="accent6"/>
                </a:effectRef>
                <a:fontRef idx="minor">
                  <a:schemeClr val="lt1"/>
                </a:fontRef>
              </p:style>
              <p:txBody>
                <a:bodyPr/>
                <a:lstStyle/>
                <a:p>
                  <a:endParaRPr lang="ja-JP" altLang="en-US"/>
                </a:p>
              </p:txBody>
            </p:sp>
            <p:sp>
              <p:nvSpPr>
                <p:cNvPr id="151" name="Freeform 11"/>
                <p:cNvSpPr>
                  <a:spLocks/>
                </p:cNvSpPr>
                <p:nvPr/>
              </p:nvSpPr>
              <p:spPr bwMode="auto">
                <a:xfrm>
                  <a:off x="6584" y="5405"/>
                  <a:ext cx="170" cy="114"/>
                </a:xfrm>
                <a:custGeom>
                  <a:avLst/>
                  <a:gdLst>
                    <a:gd name="T0" fmla="*/ 170 w 170"/>
                    <a:gd name="T1" fmla="*/ 0 h 114"/>
                    <a:gd name="T2" fmla="*/ 0 w 170"/>
                    <a:gd name="T3" fmla="*/ 0 h 114"/>
                    <a:gd name="T4" fmla="*/ 0 w 170"/>
                    <a:gd name="T5" fmla="*/ 114 h 114"/>
                    <a:gd name="T6" fmla="*/ 170 w 170"/>
                    <a:gd name="T7" fmla="*/ 57 h 114"/>
                    <a:gd name="T8" fmla="*/ 170 w 170"/>
                    <a:gd name="T9" fmla="*/ 0 h 114"/>
                  </a:gdLst>
                  <a:ahLst/>
                  <a:cxnLst>
                    <a:cxn ang="0">
                      <a:pos x="T0" y="T1"/>
                    </a:cxn>
                    <a:cxn ang="0">
                      <a:pos x="T2" y="T3"/>
                    </a:cxn>
                    <a:cxn ang="0">
                      <a:pos x="T4" y="T5"/>
                    </a:cxn>
                    <a:cxn ang="0">
                      <a:pos x="T6" y="T7"/>
                    </a:cxn>
                    <a:cxn ang="0">
                      <a:pos x="T8" y="T9"/>
                    </a:cxn>
                  </a:cxnLst>
                  <a:rect l="0" t="0" r="r" b="b"/>
                  <a:pathLst>
                    <a:path w="170" h="114">
                      <a:moveTo>
                        <a:pt x="170" y="0"/>
                      </a:moveTo>
                      <a:lnTo>
                        <a:pt x="0" y="0"/>
                      </a:lnTo>
                      <a:lnTo>
                        <a:pt x="0" y="114"/>
                      </a:lnTo>
                      <a:lnTo>
                        <a:pt x="170" y="57"/>
                      </a:lnTo>
                      <a:lnTo>
                        <a:pt x="170" y="0"/>
                      </a:lnTo>
                      <a:close/>
                    </a:path>
                  </a:pathLst>
                </a:custGeom>
                <a:ln>
                  <a:headEnd/>
                  <a:tailEnd/>
                </a:ln>
                <a:extLst/>
              </p:spPr>
              <p:style>
                <a:lnRef idx="2">
                  <a:schemeClr val="accent6">
                    <a:shade val="50000"/>
                  </a:schemeClr>
                </a:lnRef>
                <a:fillRef idx="1">
                  <a:schemeClr val="accent6"/>
                </a:fillRef>
                <a:effectRef idx="0">
                  <a:schemeClr val="accent6"/>
                </a:effectRef>
                <a:fontRef idx="minor">
                  <a:schemeClr val="lt1"/>
                </a:fontRef>
              </p:style>
              <p:txBody>
                <a:bodyPr/>
                <a:lstStyle/>
                <a:p>
                  <a:endParaRPr lang="ja-JP" altLang="en-US"/>
                </a:p>
              </p:txBody>
            </p:sp>
            <p:sp>
              <p:nvSpPr>
                <p:cNvPr id="152" name="Freeform 12"/>
                <p:cNvSpPr>
                  <a:spLocks/>
                </p:cNvSpPr>
                <p:nvPr/>
              </p:nvSpPr>
              <p:spPr bwMode="auto">
                <a:xfrm>
                  <a:off x="6357" y="5462"/>
                  <a:ext cx="170" cy="170"/>
                </a:xfrm>
                <a:custGeom>
                  <a:avLst/>
                  <a:gdLst>
                    <a:gd name="T0" fmla="*/ 113 w 170"/>
                    <a:gd name="T1" fmla="*/ 0 h 170"/>
                    <a:gd name="T2" fmla="*/ 0 w 170"/>
                    <a:gd name="T3" fmla="*/ 57 h 170"/>
                    <a:gd name="T4" fmla="*/ 56 w 170"/>
                    <a:gd name="T5" fmla="*/ 170 h 170"/>
                    <a:gd name="T6" fmla="*/ 170 w 170"/>
                    <a:gd name="T7" fmla="*/ 170 h 170"/>
                    <a:gd name="T8" fmla="*/ 113 w 170"/>
                    <a:gd name="T9" fmla="*/ 0 h 170"/>
                  </a:gdLst>
                  <a:ahLst/>
                  <a:cxnLst>
                    <a:cxn ang="0">
                      <a:pos x="T0" y="T1"/>
                    </a:cxn>
                    <a:cxn ang="0">
                      <a:pos x="T2" y="T3"/>
                    </a:cxn>
                    <a:cxn ang="0">
                      <a:pos x="T4" y="T5"/>
                    </a:cxn>
                    <a:cxn ang="0">
                      <a:pos x="T6" y="T7"/>
                    </a:cxn>
                    <a:cxn ang="0">
                      <a:pos x="T8" y="T9"/>
                    </a:cxn>
                  </a:cxnLst>
                  <a:rect l="0" t="0" r="r" b="b"/>
                  <a:pathLst>
                    <a:path w="170" h="170">
                      <a:moveTo>
                        <a:pt x="113" y="0"/>
                      </a:moveTo>
                      <a:lnTo>
                        <a:pt x="0" y="57"/>
                      </a:lnTo>
                      <a:lnTo>
                        <a:pt x="56" y="170"/>
                      </a:lnTo>
                      <a:lnTo>
                        <a:pt x="170" y="170"/>
                      </a:lnTo>
                      <a:lnTo>
                        <a:pt x="113" y="0"/>
                      </a:lnTo>
                      <a:close/>
                    </a:path>
                  </a:pathLst>
                </a:custGeom>
                <a:ln>
                  <a:headEnd/>
                  <a:tailEnd/>
                </a:ln>
                <a:extLst/>
              </p:spPr>
              <p:style>
                <a:lnRef idx="2">
                  <a:schemeClr val="accent6">
                    <a:shade val="50000"/>
                  </a:schemeClr>
                </a:lnRef>
                <a:fillRef idx="1">
                  <a:schemeClr val="accent6"/>
                </a:fillRef>
                <a:effectRef idx="0">
                  <a:schemeClr val="accent6"/>
                </a:effectRef>
                <a:fontRef idx="minor">
                  <a:schemeClr val="lt1"/>
                </a:fontRef>
              </p:style>
              <p:txBody>
                <a:bodyPr/>
                <a:lstStyle/>
                <a:p>
                  <a:endParaRPr lang="ja-JP" altLang="en-US"/>
                </a:p>
              </p:txBody>
            </p:sp>
            <p:sp>
              <p:nvSpPr>
                <p:cNvPr id="153" name="Freeform 13"/>
                <p:cNvSpPr>
                  <a:spLocks/>
                </p:cNvSpPr>
                <p:nvPr/>
              </p:nvSpPr>
              <p:spPr bwMode="auto">
                <a:xfrm>
                  <a:off x="6413" y="5689"/>
                  <a:ext cx="114" cy="57"/>
                </a:xfrm>
                <a:custGeom>
                  <a:avLst/>
                  <a:gdLst>
                    <a:gd name="T0" fmla="*/ 114 w 114"/>
                    <a:gd name="T1" fmla="*/ 0 h 57"/>
                    <a:gd name="T2" fmla="*/ 0 w 114"/>
                    <a:gd name="T3" fmla="*/ 0 h 57"/>
                    <a:gd name="T4" fmla="*/ 0 w 114"/>
                    <a:gd name="T5" fmla="*/ 57 h 57"/>
                    <a:gd name="T6" fmla="*/ 114 w 114"/>
                    <a:gd name="T7" fmla="*/ 57 h 57"/>
                    <a:gd name="T8" fmla="*/ 114 w 114"/>
                    <a:gd name="T9" fmla="*/ 0 h 57"/>
                  </a:gdLst>
                  <a:ahLst/>
                  <a:cxnLst>
                    <a:cxn ang="0">
                      <a:pos x="T0" y="T1"/>
                    </a:cxn>
                    <a:cxn ang="0">
                      <a:pos x="T2" y="T3"/>
                    </a:cxn>
                    <a:cxn ang="0">
                      <a:pos x="T4" y="T5"/>
                    </a:cxn>
                    <a:cxn ang="0">
                      <a:pos x="T6" y="T7"/>
                    </a:cxn>
                    <a:cxn ang="0">
                      <a:pos x="T8" y="T9"/>
                    </a:cxn>
                  </a:cxnLst>
                  <a:rect l="0" t="0" r="r" b="b"/>
                  <a:pathLst>
                    <a:path w="114" h="57">
                      <a:moveTo>
                        <a:pt x="114" y="0"/>
                      </a:moveTo>
                      <a:lnTo>
                        <a:pt x="0" y="0"/>
                      </a:lnTo>
                      <a:lnTo>
                        <a:pt x="0" y="57"/>
                      </a:lnTo>
                      <a:lnTo>
                        <a:pt x="114" y="57"/>
                      </a:lnTo>
                      <a:lnTo>
                        <a:pt x="114" y="0"/>
                      </a:lnTo>
                      <a:close/>
                    </a:path>
                  </a:pathLst>
                </a:custGeom>
                <a:ln>
                  <a:headEnd/>
                  <a:tailEnd/>
                </a:ln>
                <a:extLst/>
              </p:spPr>
              <p:style>
                <a:lnRef idx="2">
                  <a:schemeClr val="accent6">
                    <a:shade val="50000"/>
                  </a:schemeClr>
                </a:lnRef>
                <a:fillRef idx="1">
                  <a:schemeClr val="accent6"/>
                </a:fillRef>
                <a:effectRef idx="0">
                  <a:schemeClr val="accent6"/>
                </a:effectRef>
                <a:fontRef idx="minor">
                  <a:schemeClr val="lt1"/>
                </a:fontRef>
              </p:style>
              <p:txBody>
                <a:bodyPr/>
                <a:lstStyle/>
                <a:p>
                  <a:endParaRPr lang="ja-JP" altLang="en-US"/>
                </a:p>
              </p:txBody>
            </p:sp>
            <p:sp>
              <p:nvSpPr>
                <p:cNvPr id="154" name="Freeform 14"/>
                <p:cNvSpPr>
                  <a:spLocks/>
                </p:cNvSpPr>
                <p:nvPr/>
              </p:nvSpPr>
              <p:spPr bwMode="auto">
                <a:xfrm>
                  <a:off x="6243" y="5235"/>
                  <a:ext cx="227" cy="284"/>
                </a:xfrm>
                <a:custGeom>
                  <a:avLst/>
                  <a:gdLst>
                    <a:gd name="T0" fmla="*/ 114 w 227"/>
                    <a:gd name="T1" fmla="*/ 0 h 284"/>
                    <a:gd name="T2" fmla="*/ 0 w 227"/>
                    <a:gd name="T3" fmla="*/ 57 h 284"/>
                    <a:gd name="T4" fmla="*/ 0 w 227"/>
                    <a:gd name="T5" fmla="*/ 227 h 284"/>
                    <a:gd name="T6" fmla="*/ 57 w 227"/>
                    <a:gd name="T7" fmla="*/ 284 h 284"/>
                    <a:gd name="T8" fmla="*/ 227 w 227"/>
                    <a:gd name="T9" fmla="*/ 170 h 284"/>
                    <a:gd name="T10" fmla="*/ 170 w 227"/>
                    <a:gd name="T11" fmla="*/ 57 h 284"/>
                    <a:gd name="T12" fmla="*/ 114 w 227"/>
                    <a:gd name="T13" fmla="*/ 57 h 284"/>
                    <a:gd name="T14" fmla="*/ 114 w 227"/>
                    <a:gd name="T15" fmla="*/ 0 h 2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7" h="284">
                      <a:moveTo>
                        <a:pt x="114" y="0"/>
                      </a:moveTo>
                      <a:lnTo>
                        <a:pt x="0" y="57"/>
                      </a:lnTo>
                      <a:lnTo>
                        <a:pt x="0" y="227"/>
                      </a:lnTo>
                      <a:lnTo>
                        <a:pt x="57" y="284"/>
                      </a:lnTo>
                      <a:lnTo>
                        <a:pt x="227" y="170"/>
                      </a:lnTo>
                      <a:lnTo>
                        <a:pt x="170" y="57"/>
                      </a:lnTo>
                      <a:lnTo>
                        <a:pt x="114" y="57"/>
                      </a:lnTo>
                      <a:lnTo>
                        <a:pt x="114" y="0"/>
                      </a:lnTo>
                      <a:close/>
                    </a:path>
                  </a:pathLst>
                </a:custGeom>
                <a:ln>
                  <a:headEnd/>
                  <a:tailEnd/>
                </a:ln>
                <a:extLst/>
              </p:spPr>
              <p:style>
                <a:lnRef idx="2">
                  <a:schemeClr val="accent6">
                    <a:shade val="50000"/>
                  </a:schemeClr>
                </a:lnRef>
                <a:fillRef idx="1">
                  <a:schemeClr val="accent6"/>
                </a:fillRef>
                <a:effectRef idx="0">
                  <a:schemeClr val="accent6"/>
                </a:effectRef>
                <a:fontRef idx="minor">
                  <a:schemeClr val="lt1"/>
                </a:fontRef>
              </p:style>
              <p:txBody>
                <a:bodyPr/>
                <a:lstStyle/>
                <a:p>
                  <a:endParaRPr lang="ja-JP" altLang="en-US"/>
                </a:p>
              </p:txBody>
            </p:sp>
            <p:sp>
              <p:nvSpPr>
                <p:cNvPr id="155" name="Freeform 15"/>
                <p:cNvSpPr>
                  <a:spLocks/>
                </p:cNvSpPr>
                <p:nvPr/>
              </p:nvSpPr>
              <p:spPr bwMode="auto">
                <a:xfrm>
                  <a:off x="6130" y="5349"/>
                  <a:ext cx="170" cy="283"/>
                </a:xfrm>
                <a:custGeom>
                  <a:avLst/>
                  <a:gdLst>
                    <a:gd name="T0" fmla="*/ 113 w 170"/>
                    <a:gd name="T1" fmla="*/ 0 h 283"/>
                    <a:gd name="T2" fmla="*/ 0 w 170"/>
                    <a:gd name="T3" fmla="*/ 56 h 283"/>
                    <a:gd name="T4" fmla="*/ 57 w 170"/>
                    <a:gd name="T5" fmla="*/ 170 h 283"/>
                    <a:gd name="T6" fmla="*/ 57 w 170"/>
                    <a:gd name="T7" fmla="*/ 283 h 283"/>
                    <a:gd name="T8" fmla="*/ 170 w 170"/>
                    <a:gd name="T9" fmla="*/ 283 h 283"/>
                    <a:gd name="T10" fmla="*/ 170 w 170"/>
                    <a:gd name="T11" fmla="*/ 170 h 283"/>
                    <a:gd name="T12" fmla="*/ 113 w 170"/>
                    <a:gd name="T13" fmla="*/ 113 h 283"/>
                    <a:gd name="T14" fmla="*/ 113 w 170"/>
                    <a:gd name="T15" fmla="*/ 0 h 2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0" h="283">
                      <a:moveTo>
                        <a:pt x="113" y="0"/>
                      </a:moveTo>
                      <a:lnTo>
                        <a:pt x="0" y="56"/>
                      </a:lnTo>
                      <a:lnTo>
                        <a:pt x="57" y="170"/>
                      </a:lnTo>
                      <a:lnTo>
                        <a:pt x="57" y="283"/>
                      </a:lnTo>
                      <a:lnTo>
                        <a:pt x="170" y="283"/>
                      </a:lnTo>
                      <a:lnTo>
                        <a:pt x="170" y="170"/>
                      </a:lnTo>
                      <a:lnTo>
                        <a:pt x="113" y="113"/>
                      </a:lnTo>
                      <a:lnTo>
                        <a:pt x="113" y="0"/>
                      </a:lnTo>
                      <a:close/>
                    </a:path>
                  </a:pathLst>
                </a:custGeom>
                <a:ln>
                  <a:headEnd/>
                  <a:tailEnd/>
                </a:ln>
                <a:extLst/>
              </p:spPr>
              <p:style>
                <a:lnRef idx="2">
                  <a:schemeClr val="accent6">
                    <a:shade val="50000"/>
                  </a:schemeClr>
                </a:lnRef>
                <a:fillRef idx="1">
                  <a:schemeClr val="accent6"/>
                </a:fillRef>
                <a:effectRef idx="0">
                  <a:schemeClr val="accent6"/>
                </a:effectRef>
                <a:fontRef idx="minor">
                  <a:schemeClr val="lt1"/>
                </a:fontRef>
              </p:style>
              <p:txBody>
                <a:bodyPr/>
                <a:lstStyle/>
                <a:p>
                  <a:endParaRPr lang="ja-JP" altLang="en-US"/>
                </a:p>
              </p:txBody>
            </p:sp>
            <p:sp>
              <p:nvSpPr>
                <p:cNvPr id="156" name="Freeform 16"/>
                <p:cNvSpPr>
                  <a:spLocks/>
                </p:cNvSpPr>
                <p:nvPr/>
              </p:nvSpPr>
              <p:spPr bwMode="auto">
                <a:xfrm>
                  <a:off x="6017" y="5405"/>
                  <a:ext cx="170" cy="284"/>
                </a:xfrm>
                <a:custGeom>
                  <a:avLst/>
                  <a:gdLst>
                    <a:gd name="T0" fmla="*/ 113 w 170"/>
                    <a:gd name="T1" fmla="*/ 0 h 284"/>
                    <a:gd name="T2" fmla="*/ 0 w 170"/>
                    <a:gd name="T3" fmla="*/ 57 h 284"/>
                    <a:gd name="T4" fmla="*/ 113 w 170"/>
                    <a:gd name="T5" fmla="*/ 284 h 284"/>
                    <a:gd name="T6" fmla="*/ 170 w 170"/>
                    <a:gd name="T7" fmla="*/ 227 h 284"/>
                    <a:gd name="T8" fmla="*/ 170 w 170"/>
                    <a:gd name="T9" fmla="*/ 114 h 284"/>
                    <a:gd name="T10" fmla="*/ 113 w 170"/>
                    <a:gd name="T11" fmla="*/ 0 h 284"/>
                  </a:gdLst>
                  <a:ahLst/>
                  <a:cxnLst>
                    <a:cxn ang="0">
                      <a:pos x="T0" y="T1"/>
                    </a:cxn>
                    <a:cxn ang="0">
                      <a:pos x="T2" y="T3"/>
                    </a:cxn>
                    <a:cxn ang="0">
                      <a:pos x="T4" y="T5"/>
                    </a:cxn>
                    <a:cxn ang="0">
                      <a:pos x="T6" y="T7"/>
                    </a:cxn>
                    <a:cxn ang="0">
                      <a:pos x="T8" y="T9"/>
                    </a:cxn>
                    <a:cxn ang="0">
                      <a:pos x="T10" y="T11"/>
                    </a:cxn>
                  </a:cxnLst>
                  <a:rect l="0" t="0" r="r" b="b"/>
                  <a:pathLst>
                    <a:path w="170" h="284">
                      <a:moveTo>
                        <a:pt x="113" y="0"/>
                      </a:moveTo>
                      <a:lnTo>
                        <a:pt x="0" y="57"/>
                      </a:lnTo>
                      <a:lnTo>
                        <a:pt x="113" y="284"/>
                      </a:lnTo>
                      <a:lnTo>
                        <a:pt x="170" y="227"/>
                      </a:lnTo>
                      <a:lnTo>
                        <a:pt x="170" y="114"/>
                      </a:lnTo>
                      <a:lnTo>
                        <a:pt x="113" y="0"/>
                      </a:lnTo>
                      <a:close/>
                    </a:path>
                  </a:pathLst>
                </a:custGeom>
                <a:ln>
                  <a:headEnd/>
                  <a:tailEnd/>
                </a:ln>
                <a:extLst/>
              </p:spPr>
              <p:style>
                <a:lnRef idx="2">
                  <a:schemeClr val="accent6">
                    <a:shade val="50000"/>
                  </a:schemeClr>
                </a:lnRef>
                <a:fillRef idx="1">
                  <a:schemeClr val="accent6"/>
                </a:fillRef>
                <a:effectRef idx="0">
                  <a:schemeClr val="accent6"/>
                </a:effectRef>
                <a:fontRef idx="minor">
                  <a:schemeClr val="lt1"/>
                </a:fontRef>
              </p:style>
              <p:txBody>
                <a:bodyPr/>
                <a:lstStyle/>
                <a:p>
                  <a:endParaRPr lang="ja-JP" altLang="en-US"/>
                </a:p>
              </p:txBody>
            </p:sp>
            <p:sp>
              <p:nvSpPr>
                <p:cNvPr id="157" name="Freeform 17"/>
                <p:cNvSpPr>
                  <a:spLocks/>
                </p:cNvSpPr>
                <p:nvPr/>
              </p:nvSpPr>
              <p:spPr bwMode="auto">
                <a:xfrm>
                  <a:off x="5790" y="5292"/>
                  <a:ext cx="340" cy="454"/>
                </a:xfrm>
                <a:custGeom>
                  <a:avLst/>
                  <a:gdLst>
                    <a:gd name="T0" fmla="*/ 340 w 340"/>
                    <a:gd name="T1" fmla="*/ 397 h 454"/>
                    <a:gd name="T2" fmla="*/ 227 w 340"/>
                    <a:gd name="T3" fmla="*/ 170 h 454"/>
                    <a:gd name="T4" fmla="*/ 227 w 340"/>
                    <a:gd name="T5" fmla="*/ 57 h 454"/>
                    <a:gd name="T6" fmla="*/ 113 w 340"/>
                    <a:gd name="T7" fmla="*/ 0 h 454"/>
                    <a:gd name="T8" fmla="*/ 0 w 340"/>
                    <a:gd name="T9" fmla="*/ 170 h 454"/>
                    <a:gd name="T10" fmla="*/ 113 w 340"/>
                    <a:gd name="T11" fmla="*/ 340 h 454"/>
                    <a:gd name="T12" fmla="*/ 113 w 340"/>
                    <a:gd name="T13" fmla="*/ 454 h 454"/>
                    <a:gd name="T14" fmla="*/ 170 w 340"/>
                    <a:gd name="T15" fmla="*/ 397 h 454"/>
                    <a:gd name="T16" fmla="*/ 340 w 340"/>
                    <a:gd name="T17" fmla="*/ 397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0" h="454">
                      <a:moveTo>
                        <a:pt x="340" y="397"/>
                      </a:moveTo>
                      <a:lnTo>
                        <a:pt x="227" y="170"/>
                      </a:lnTo>
                      <a:lnTo>
                        <a:pt x="227" y="57"/>
                      </a:lnTo>
                      <a:lnTo>
                        <a:pt x="113" y="0"/>
                      </a:lnTo>
                      <a:lnTo>
                        <a:pt x="0" y="170"/>
                      </a:lnTo>
                      <a:lnTo>
                        <a:pt x="113" y="340"/>
                      </a:lnTo>
                      <a:lnTo>
                        <a:pt x="113" y="454"/>
                      </a:lnTo>
                      <a:lnTo>
                        <a:pt x="170" y="397"/>
                      </a:lnTo>
                      <a:lnTo>
                        <a:pt x="340" y="397"/>
                      </a:lnTo>
                      <a:close/>
                    </a:path>
                  </a:pathLst>
                </a:custGeom>
                <a:ln>
                  <a:headEnd/>
                  <a:tailEnd/>
                </a:ln>
                <a:extLst/>
              </p:spPr>
              <p:style>
                <a:lnRef idx="2">
                  <a:schemeClr val="accent6">
                    <a:shade val="50000"/>
                  </a:schemeClr>
                </a:lnRef>
                <a:fillRef idx="1">
                  <a:schemeClr val="accent6"/>
                </a:fillRef>
                <a:effectRef idx="0">
                  <a:schemeClr val="accent6"/>
                </a:effectRef>
                <a:fontRef idx="minor">
                  <a:schemeClr val="lt1"/>
                </a:fontRef>
              </p:style>
              <p:txBody>
                <a:bodyPr/>
                <a:lstStyle/>
                <a:p>
                  <a:endParaRPr lang="ja-JP" altLang="en-US"/>
                </a:p>
              </p:txBody>
            </p:sp>
            <p:sp>
              <p:nvSpPr>
                <p:cNvPr id="158" name="Freeform 18"/>
                <p:cNvSpPr>
                  <a:spLocks/>
                </p:cNvSpPr>
                <p:nvPr/>
              </p:nvSpPr>
              <p:spPr bwMode="auto">
                <a:xfrm>
                  <a:off x="5563" y="5462"/>
                  <a:ext cx="340" cy="340"/>
                </a:xfrm>
                <a:custGeom>
                  <a:avLst/>
                  <a:gdLst>
                    <a:gd name="T0" fmla="*/ 227 w 340"/>
                    <a:gd name="T1" fmla="*/ 0 h 340"/>
                    <a:gd name="T2" fmla="*/ 227 w 340"/>
                    <a:gd name="T3" fmla="*/ 57 h 340"/>
                    <a:gd name="T4" fmla="*/ 170 w 340"/>
                    <a:gd name="T5" fmla="*/ 57 h 340"/>
                    <a:gd name="T6" fmla="*/ 57 w 340"/>
                    <a:gd name="T7" fmla="*/ 114 h 340"/>
                    <a:gd name="T8" fmla="*/ 113 w 340"/>
                    <a:gd name="T9" fmla="*/ 170 h 340"/>
                    <a:gd name="T10" fmla="*/ 0 w 340"/>
                    <a:gd name="T11" fmla="*/ 227 h 340"/>
                    <a:gd name="T12" fmla="*/ 170 w 340"/>
                    <a:gd name="T13" fmla="*/ 340 h 340"/>
                    <a:gd name="T14" fmla="*/ 283 w 340"/>
                    <a:gd name="T15" fmla="*/ 284 h 340"/>
                    <a:gd name="T16" fmla="*/ 340 w 340"/>
                    <a:gd name="T17" fmla="*/ 284 h 340"/>
                    <a:gd name="T18" fmla="*/ 340 w 340"/>
                    <a:gd name="T19" fmla="*/ 170 h 340"/>
                    <a:gd name="T20" fmla="*/ 227 w 340"/>
                    <a:gd name="T21" fmla="*/ 0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0" h="340">
                      <a:moveTo>
                        <a:pt x="227" y="0"/>
                      </a:moveTo>
                      <a:lnTo>
                        <a:pt x="227" y="57"/>
                      </a:lnTo>
                      <a:lnTo>
                        <a:pt x="170" y="57"/>
                      </a:lnTo>
                      <a:lnTo>
                        <a:pt x="57" y="114"/>
                      </a:lnTo>
                      <a:lnTo>
                        <a:pt x="113" y="170"/>
                      </a:lnTo>
                      <a:lnTo>
                        <a:pt x="0" y="227"/>
                      </a:lnTo>
                      <a:lnTo>
                        <a:pt x="170" y="340"/>
                      </a:lnTo>
                      <a:lnTo>
                        <a:pt x="283" y="284"/>
                      </a:lnTo>
                      <a:lnTo>
                        <a:pt x="340" y="284"/>
                      </a:lnTo>
                      <a:lnTo>
                        <a:pt x="340" y="170"/>
                      </a:lnTo>
                      <a:lnTo>
                        <a:pt x="227" y="0"/>
                      </a:lnTo>
                      <a:close/>
                    </a:path>
                  </a:pathLst>
                </a:custGeom>
                <a:ln>
                  <a:headEnd/>
                  <a:tailEnd/>
                </a:ln>
                <a:extLst/>
              </p:spPr>
              <p:style>
                <a:lnRef idx="2">
                  <a:schemeClr val="accent6">
                    <a:shade val="50000"/>
                  </a:schemeClr>
                </a:lnRef>
                <a:fillRef idx="1">
                  <a:schemeClr val="accent6"/>
                </a:fillRef>
                <a:effectRef idx="0">
                  <a:schemeClr val="accent6"/>
                </a:effectRef>
                <a:fontRef idx="minor">
                  <a:schemeClr val="lt1"/>
                </a:fontRef>
              </p:style>
              <p:txBody>
                <a:bodyPr/>
                <a:lstStyle/>
                <a:p>
                  <a:endParaRPr lang="ja-JP" altLang="en-US"/>
                </a:p>
              </p:txBody>
            </p:sp>
            <p:sp>
              <p:nvSpPr>
                <p:cNvPr id="159" name="Freeform 19"/>
                <p:cNvSpPr>
                  <a:spLocks/>
                </p:cNvSpPr>
                <p:nvPr/>
              </p:nvSpPr>
              <p:spPr bwMode="auto">
                <a:xfrm>
                  <a:off x="5790" y="4385"/>
                  <a:ext cx="964" cy="1077"/>
                </a:xfrm>
                <a:custGeom>
                  <a:avLst/>
                  <a:gdLst>
                    <a:gd name="T0" fmla="*/ 453 w 964"/>
                    <a:gd name="T1" fmla="*/ 0 h 1077"/>
                    <a:gd name="T2" fmla="*/ 397 w 964"/>
                    <a:gd name="T3" fmla="*/ 57 h 1077"/>
                    <a:gd name="T4" fmla="*/ 397 w 964"/>
                    <a:gd name="T5" fmla="*/ 227 h 1077"/>
                    <a:gd name="T6" fmla="*/ 340 w 964"/>
                    <a:gd name="T7" fmla="*/ 283 h 1077"/>
                    <a:gd name="T8" fmla="*/ 283 w 964"/>
                    <a:gd name="T9" fmla="*/ 283 h 1077"/>
                    <a:gd name="T10" fmla="*/ 227 w 964"/>
                    <a:gd name="T11" fmla="*/ 227 h 1077"/>
                    <a:gd name="T12" fmla="*/ 170 w 964"/>
                    <a:gd name="T13" fmla="*/ 227 h 1077"/>
                    <a:gd name="T14" fmla="*/ 170 w 964"/>
                    <a:gd name="T15" fmla="*/ 283 h 1077"/>
                    <a:gd name="T16" fmla="*/ 56 w 964"/>
                    <a:gd name="T17" fmla="*/ 397 h 1077"/>
                    <a:gd name="T18" fmla="*/ 113 w 964"/>
                    <a:gd name="T19" fmla="*/ 510 h 1077"/>
                    <a:gd name="T20" fmla="*/ 113 w 964"/>
                    <a:gd name="T21" fmla="*/ 567 h 1077"/>
                    <a:gd name="T22" fmla="*/ 0 w 964"/>
                    <a:gd name="T23" fmla="*/ 680 h 1077"/>
                    <a:gd name="T24" fmla="*/ 113 w 964"/>
                    <a:gd name="T25" fmla="*/ 680 h 1077"/>
                    <a:gd name="T26" fmla="*/ 113 w 964"/>
                    <a:gd name="T27" fmla="*/ 737 h 1077"/>
                    <a:gd name="T28" fmla="*/ 56 w 964"/>
                    <a:gd name="T29" fmla="*/ 850 h 1077"/>
                    <a:gd name="T30" fmla="*/ 113 w 964"/>
                    <a:gd name="T31" fmla="*/ 907 h 1077"/>
                    <a:gd name="T32" fmla="*/ 227 w 964"/>
                    <a:gd name="T33" fmla="*/ 964 h 1077"/>
                    <a:gd name="T34" fmla="*/ 227 w 964"/>
                    <a:gd name="T35" fmla="*/ 1077 h 1077"/>
                    <a:gd name="T36" fmla="*/ 340 w 964"/>
                    <a:gd name="T37" fmla="*/ 1020 h 1077"/>
                    <a:gd name="T38" fmla="*/ 453 w 964"/>
                    <a:gd name="T39" fmla="*/ 964 h 1077"/>
                    <a:gd name="T40" fmla="*/ 453 w 964"/>
                    <a:gd name="T41" fmla="*/ 907 h 1077"/>
                    <a:gd name="T42" fmla="*/ 567 w 964"/>
                    <a:gd name="T43" fmla="*/ 850 h 1077"/>
                    <a:gd name="T44" fmla="*/ 567 w 964"/>
                    <a:gd name="T45" fmla="*/ 737 h 1077"/>
                    <a:gd name="T46" fmla="*/ 680 w 964"/>
                    <a:gd name="T47" fmla="*/ 680 h 1077"/>
                    <a:gd name="T48" fmla="*/ 794 w 964"/>
                    <a:gd name="T49" fmla="*/ 680 h 1077"/>
                    <a:gd name="T50" fmla="*/ 850 w 964"/>
                    <a:gd name="T51" fmla="*/ 567 h 1077"/>
                    <a:gd name="T52" fmla="*/ 907 w 964"/>
                    <a:gd name="T53" fmla="*/ 453 h 1077"/>
                    <a:gd name="T54" fmla="*/ 737 w 964"/>
                    <a:gd name="T55" fmla="*/ 453 h 1077"/>
                    <a:gd name="T56" fmla="*/ 680 w 964"/>
                    <a:gd name="T57" fmla="*/ 397 h 1077"/>
                    <a:gd name="T58" fmla="*/ 737 w 964"/>
                    <a:gd name="T59" fmla="*/ 227 h 1077"/>
                    <a:gd name="T60" fmla="*/ 850 w 964"/>
                    <a:gd name="T61" fmla="*/ 283 h 1077"/>
                    <a:gd name="T62" fmla="*/ 850 w 964"/>
                    <a:gd name="T63" fmla="*/ 227 h 1077"/>
                    <a:gd name="T64" fmla="*/ 907 w 964"/>
                    <a:gd name="T65" fmla="*/ 227 h 1077"/>
                    <a:gd name="T66" fmla="*/ 964 w 964"/>
                    <a:gd name="T67" fmla="*/ 170 h 1077"/>
                    <a:gd name="T68" fmla="*/ 907 w 964"/>
                    <a:gd name="T69" fmla="*/ 0 h 1077"/>
                    <a:gd name="T70" fmla="*/ 850 w 964"/>
                    <a:gd name="T71" fmla="*/ 0 h 1077"/>
                    <a:gd name="T72" fmla="*/ 850 w 964"/>
                    <a:gd name="T73" fmla="*/ 57 h 1077"/>
                    <a:gd name="T74" fmla="*/ 680 w 964"/>
                    <a:gd name="T75" fmla="*/ 57 h 1077"/>
                    <a:gd name="T76" fmla="*/ 623 w 964"/>
                    <a:gd name="T77" fmla="*/ 113 h 1077"/>
                    <a:gd name="T78" fmla="*/ 510 w 964"/>
                    <a:gd name="T79" fmla="*/ 0 h 1077"/>
                    <a:gd name="T80" fmla="*/ 453 w 964"/>
                    <a:gd name="T81" fmla="*/ 0 h 10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64" h="1077">
                      <a:moveTo>
                        <a:pt x="453" y="0"/>
                      </a:moveTo>
                      <a:lnTo>
                        <a:pt x="397" y="57"/>
                      </a:lnTo>
                      <a:lnTo>
                        <a:pt x="397" y="227"/>
                      </a:lnTo>
                      <a:lnTo>
                        <a:pt x="340" y="283"/>
                      </a:lnTo>
                      <a:lnTo>
                        <a:pt x="283" y="283"/>
                      </a:lnTo>
                      <a:lnTo>
                        <a:pt x="227" y="227"/>
                      </a:lnTo>
                      <a:lnTo>
                        <a:pt x="170" y="227"/>
                      </a:lnTo>
                      <a:lnTo>
                        <a:pt x="170" y="283"/>
                      </a:lnTo>
                      <a:lnTo>
                        <a:pt x="56" y="397"/>
                      </a:lnTo>
                      <a:lnTo>
                        <a:pt x="113" y="510"/>
                      </a:lnTo>
                      <a:lnTo>
                        <a:pt x="113" y="567"/>
                      </a:lnTo>
                      <a:lnTo>
                        <a:pt x="0" y="680"/>
                      </a:lnTo>
                      <a:lnTo>
                        <a:pt x="113" y="680"/>
                      </a:lnTo>
                      <a:lnTo>
                        <a:pt x="113" y="737"/>
                      </a:lnTo>
                      <a:lnTo>
                        <a:pt x="56" y="850"/>
                      </a:lnTo>
                      <a:lnTo>
                        <a:pt x="113" y="907"/>
                      </a:lnTo>
                      <a:lnTo>
                        <a:pt x="227" y="964"/>
                      </a:lnTo>
                      <a:lnTo>
                        <a:pt x="227" y="1077"/>
                      </a:lnTo>
                      <a:lnTo>
                        <a:pt x="340" y="1020"/>
                      </a:lnTo>
                      <a:lnTo>
                        <a:pt x="453" y="964"/>
                      </a:lnTo>
                      <a:lnTo>
                        <a:pt x="453" y="907"/>
                      </a:lnTo>
                      <a:lnTo>
                        <a:pt x="567" y="850"/>
                      </a:lnTo>
                      <a:lnTo>
                        <a:pt x="567" y="737"/>
                      </a:lnTo>
                      <a:lnTo>
                        <a:pt x="680" y="680"/>
                      </a:lnTo>
                      <a:lnTo>
                        <a:pt x="794" y="680"/>
                      </a:lnTo>
                      <a:lnTo>
                        <a:pt x="850" y="567"/>
                      </a:lnTo>
                      <a:lnTo>
                        <a:pt x="907" y="453"/>
                      </a:lnTo>
                      <a:lnTo>
                        <a:pt x="737" y="453"/>
                      </a:lnTo>
                      <a:lnTo>
                        <a:pt x="680" y="397"/>
                      </a:lnTo>
                      <a:lnTo>
                        <a:pt x="737" y="227"/>
                      </a:lnTo>
                      <a:lnTo>
                        <a:pt x="850" y="283"/>
                      </a:lnTo>
                      <a:lnTo>
                        <a:pt x="850" y="227"/>
                      </a:lnTo>
                      <a:lnTo>
                        <a:pt x="907" y="227"/>
                      </a:lnTo>
                      <a:lnTo>
                        <a:pt x="964" y="170"/>
                      </a:lnTo>
                      <a:lnTo>
                        <a:pt x="907" y="0"/>
                      </a:lnTo>
                      <a:lnTo>
                        <a:pt x="850" y="0"/>
                      </a:lnTo>
                      <a:lnTo>
                        <a:pt x="850" y="57"/>
                      </a:lnTo>
                      <a:lnTo>
                        <a:pt x="680" y="57"/>
                      </a:lnTo>
                      <a:lnTo>
                        <a:pt x="623" y="113"/>
                      </a:lnTo>
                      <a:lnTo>
                        <a:pt x="510" y="0"/>
                      </a:lnTo>
                      <a:lnTo>
                        <a:pt x="453" y="0"/>
                      </a:lnTo>
                      <a:close/>
                    </a:path>
                  </a:pathLst>
                </a:custGeom>
                <a:ln>
                  <a:headEnd/>
                  <a:tailEnd/>
                </a:ln>
                <a:extLst/>
              </p:spPr>
              <p:style>
                <a:lnRef idx="2">
                  <a:schemeClr val="accent6">
                    <a:shade val="50000"/>
                  </a:schemeClr>
                </a:lnRef>
                <a:fillRef idx="1">
                  <a:schemeClr val="accent6"/>
                </a:fillRef>
                <a:effectRef idx="0">
                  <a:schemeClr val="accent6"/>
                </a:effectRef>
                <a:fontRef idx="minor">
                  <a:schemeClr val="lt1"/>
                </a:fontRef>
              </p:style>
              <p:txBody>
                <a:bodyPr/>
                <a:lstStyle/>
                <a:p>
                  <a:endParaRPr lang="ja-JP" altLang="en-US"/>
                </a:p>
              </p:txBody>
            </p:sp>
            <p:sp>
              <p:nvSpPr>
                <p:cNvPr id="160" name="Freeform 20"/>
                <p:cNvSpPr>
                  <a:spLocks/>
                </p:cNvSpPr>
                <p:nvPr/>
              </p:nvSpPr>
              <p:spPr bwMode="auto">
                <a:xfrm>
                  <a:off x="5166" y="5009"/>
                  <a:ext cx="737" cy="567"/>
                </a:xfrm>
                <a:custGeom>
                  <a:avLst/>
                  <a:gdLst>
                    <a:gd name="T0" fmla="*/ 624 w 737"/>
                    <a:gd name="T1" fmla="*/ 56 h 567"/>
                    <a:gd name="T2" fmla="*/ 567 w 737"/>
                    <a:gd name="T3" fmla="*/ 0 h 567"/>
                    <a:gd name="T4" fmla="*/ 454 w 737"/>
                    <a:gd name="T5" fmla="*/ 56 h 567"/>
                    <a:gd name="T6" fmla="*/ 340 w 737"/>
                    <a:gd name="T7" fmla="*/ 0 h 567"/>
                    <a:gd name="T8" fmla="*/ 227 w 737"/>
                    <a:gd name="T9" fmla="*/ 0 h 567"/>
                    <a:gd name="T10" fmla="*/ 170 w 737"/>
                    <a:gd name="T11" fmla="*/ 56 h 567"/>
                    <a:gd name="T12" fmla="*/ 227 w 737"/>
                    <a:gd name="T13" fmla="*/ 113 h 567"/>
                    <a:gd name="T14" fmla="*/ 170 w 737"/>
                    <a:gd name="T15" fmla="*/ 170 h 567"/>
                    <a:gd name="T16" fmla="*/ 0 w 737"/>
                    <a:gd name="T17" fmla="*/ 226 h 567"/>
                    <a:gd name="T18" fmla="*/ 0 w 737"/>
                    <a:gd name="T19" fmla="*/ 283 h 567"/>
                    <a:gd name="T20" fmla="*/ 0 w 737"/>
                    <a:gd name="T21" fmla="*/ 340 h 567"/>
                    <a:gd name="T22" fmla="*/ 57 w 737"/>
                    <a:gd name="T23" fmla="*/ 396 h 567"/>
                    <a:gd name="T24" fmla="*/ 113 w 737"/>
                    <a:gd name="T25" fmla="*/ 283 h 567"/>
                    <a:gd name="T26" fmla="*/ 170 w 737"/>
                    <a:gd name="T27" fmla="*/ 283 h 567"/>
                    <a:gd name="T28" fmla="*/ 227 w 737"/>
                    <a:gd name="T29" fmla="*/ 453 h 567"/>
                    <a:gd name="T30" fmla="*/ 284 w 737"/>
                    <a:gd name="T31" fmla="*/ 567 h 567"/>
                    <a:gd name="T32" fmla="*/ 454 w 737"/>
                    <a:gd name="T33" fmla="*/ 567 h 567"/>
                    <a:gd name="T34" fmla="*/ 567 w 737"/>
                    <a:gd name="T35" fmla="*/ 510 h 567"/>
                    <a:gd name="T36" fmla="*/ 624 w 737"/>
                    <a:gd name="T37" fmla="*/ 510 h 567"/>
                    <a:gd name="T38" fmla="*/ 624 w 737"/>
                    <a:gd name="T39" fmla="*/ 453 h 567"/>
                    <a:gd name="T40" fmla="*/ 737 w 737"/>
                    <a:gd name="T41" fmla="*/ 283 h 567"/>
                    <a:gd name="T42" fmla="*/ 680 w 737"/>
                    <a:gd name="T43" fmla="*/ 226 h 567"/>
                    <a:gd name="T44" fmla="*/ 737 w 737"/>
                    <a:gd name="T45" fmla="*/ 113 h 567"/>
                    <a:gd name="T46" fmla="*/ 737 w 737"/>
                    <a:gd name="T47" fmla="*/ 56 h 567"/>
                    <a:gd name="T48" fmla="*/ 624 w 737"/>
                    <a:gd name="T49" fmla="*/ 56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37" h="567">
                      <a:moveTo>
                        <a:pt x="624" y="56"/>
                      </a:moveTo>
                      <a:lnTo>
                        <a:pt x="567" y="0"/>
                      </a:lnTo>
                      <a:lnTo>
                        <a:pt x="454" y="56"/>
                      </a:lnTo>
                      <a:lnTo>
                        <a:pt x="340" y="0"/>
                      </a:lnTo>
                      <a:lnTo>
                        <a:pt x="227" y="0"/>
                      </a:lnTo>
                      <a:lnTo>
                        <a:pt x="170" y="56"/>
                      </a:lnTo>
                      <a:lnTo>
                        <a:pt x="227" y="113"/>
                      </a:lnTo>
                      <a:lnTo>
                        <a:pt x="170" y="170"/>
                      </a:lnTo>
                      <a:lnTo>
                        <a:pt x="0" y="226"/>
                      </a:lnTo>
                      <a:lnTo>
                        <a:pt x="0" y="283"/>
                      </a:lnTo>
                      <a:lnTo>
                        <a:pt x="0" y="340"/>
                      </a:lnTo>
                      <a:lnTo>
                        <a:pt x="57" y="396"/>
                      </a:lnTo>
                      <a:lnTo>
                        <a:pt x="113" y="283"/>
                      </a:lnTo>
                      <a:lnTo>
                        <a:pt x="170" y="283"/>
                      </a:lnTo>
                      <a:lnTo>
                        <a:pt x="227" y="453"/>
                      </a:lnTo>
                      <a:lnTo>
                        <a:pt x="284" y="567"/>
                      </a:lnTo>
                      <a:lnTo>
                        <a:pt x="454" y="567"/>
                      </a:lnTo>
                      <a:lnTo>
                        <a:pt x="567" y="510"/>
                      </a:lnTo>
                      <a:lnTo>
                        <a:pt x="624" y="510"/>
                      </a:lnTo>
                      <a:lnTo>
                        <a:pt x="624" y="453"/>
                      </a:lnTo>
                      <a:lnTo>
                        <a:pt x="737" y="283"/>
                      </a:lnTo>
                      <a:lnTo>
                        <a:pt x="680" y="226"/>
                      </a:lnTo>
                      <a:lnTo>
                        <a:pt x="737" y="113"/>
                      </a:lnTo>
                      <a:lnTo>
                        <a:pt x="737" y="56"/>
                      </a:lnTo>
                      <a:lnTo>
                        <a:pt x="624" y="56"/>
                      </a:lnTo>
                      <a:close/>
                    </a:path>
                  </a:pathLst>
                </a:custGeom>
                <a:ln>
                  <a:headEnd/>
                  <a:tailEnd/>
                </a:ln>
                <a:extLst/>
              </p:spPr>
              <p:style>
                <a:lnRef idx="2">
                  <a:schemeClr val="accent6">
                    <a:shade val="50000"/>
                  </a:schemeClr>
                </a:lnRef>
                <a:fillRef idx="1">
                  <a:schemeClr val="accent6"/>
                </a:fillRef>
                <a:effectRef idx="0">
                  <a:schemeClr val="accent6"/>
                </a:effectRef>
                <a:fontRef idx="minor">
                  <a:schemeClr val="lt1"/>
                </a:fontRef>
              </p:style>
              <p:txBody>
                <a:bodyPr/>
                <a:lstStyle/>
                <a:p>
                  <a:endParaRPr lang="ja-JP" altLang="en-US"/>
                </a:p>
              </p:txBody>
            </p:sp>
          </p:grpSp>
          <p:sp>
            <p:nvSpPr>
              <p:cNvPr id="161" name="Freeform 34"/>
              <p:cNvSpPr>
                <a:spLocks/>
              </p:cNvSpPr>
              <p:nvPr/>
            </p:nvSpPr>
            <p:spPr bwMode="auto">
              <a:xfrm>
                <a:off x="4979551" y="6266885"/>
                <a:ext cx="630239" cy="900114"/>
              </a:xfrm>
              <a:custGeom>
                <a:avLst/>
                <a:gdLst>
                  <a:gd name="T0" fmla="*/ 0 w 397"/>
                  <a:gd name="T1" fmla="*/ 510 h 567"/>
                  <a:gd name="T2" fmla="*/ 57 w 397"/>
                  <a:gd name="T3" fmla="*/ 340 h 567"/>
                  <a:gd name="T4" fmla="*/ 0 w 397"/>
                  <a:gd name="T5" fmla="*/ 0 h 567"/>
                  <a:gd name="T6" fmla="*/ 57 w 397"/>
                  <a:gd name="T7" fmla="*/ 57 h 567"/>
                  <a:gd name="T8" fmla="*/ 113 w 397"/>
                  <a:gd name="T9" fmla="*/ 113 h 567"/>
                  <a:gd name="T10" fmla="*/ 170 w 397"/>
                  <a:gd name="T11" fmla="*/ 113 h 567"/>
                  <a:gd name="T12" fmla="*/ 283 w 397"/>
                  <a:gd name="T13" fmla="*/ 57 h 567"/>
                  <a:gd name="T14" fmla="*/ 340 w 397"/>
                  <a:gd name="T15" fmla="*/ 113 h 567"/>
                  <a:gd name="T16" fmla="*/ 397 w 397"/>
                  <a:gd name="T17" fmla="*/ 283 h 567"/>
                  <a:gd name="T18" fmla="*/ 340 w 397"/>
                  <a:gd name="T19" fmla="*/ 227 h 567"/>
                  <a:gd name="T20" fmla="*/ 340 w 397"/>
                  <a:gd name="T21" fmla="*/ 340 h 567"/>
                  <a:gd name="T22" fmla="*/ 170 w 397"/>
                  <a:gd name="T23" fmla="*/ 397 h 567"/>
                  <a:gd name="T24" fmla="*/ 113 w 397"/>
                  <a:gd name="T25" fmla="*/ 567 h 567"/>
                  <a:gd name="T26" fmla="*/ 57 w 397"/>
                  <a:gd name="T27" fmla="*/ 567 h 567"/>
                  <a:gd name="T28" fmla="*/ 113 w 397"/>
                  <a:gd name="T29" fmla="*/ 453 h 567"/>
                  <a:gd name="T30" fmla="*/ 57 w 397"/>
                  <a:gd name="T31" fmla="*/ 453 h 567"/>
                  <a:gd name="T32" fmla="*/ 0 w 397"/>
                  <a:gd name="T33" fmla="*/ 510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7" h="567">
                    <a:moveTo>
                      <a:pt x="0" y="510"/>
                    </a:moveTo>
                    <a:lnTo>
                      <a:pt x="57" y="340"/>
                    </a:lnTo>
                    <a:lnTo>
                      <a:pt x="0" y="0"/>
                    </a:lnTo>
                    <a:lnTo>
                      <a:pt x="57" y="57"/>
                    </a:lnTo>
                    <a:lnTo>
                      <a:pt x="113" y="113"/>
                    </a:lnTo>
                    <a:lnTo>
                      <a:pt x="170" y="113"/>
                    </a:lnTo>
                    <a:lnTo>
                      <a:pt x="283" y="57"/>
                    </a:lnTo>
                    <a:lnTo>
                      <a:pt x="340" y="113"/>
                    </a:lnTo>
                    <a:lnTo>
                      <a:pt x="397" y="283"/>
                    </a:lnTo>
                    <a:lnTo>
                      <a:pt x="340" y="227"/>
                    </a:lnTo>
                    <a:lnTo>
                      <a:pt x="340" y="340"/>
                    </a:lnTo>
                    <a:lnTo>
                      <a:pt x="170" y="397"/>
                    </a:lnTo>
                    <a:lnTo>
                      <a:pt x="113" y="567"/>
                    </a:lnTo>
                    <a:lnTo>
                      <a:pt x="57" y="567"/>
                    </a:lnTo>
                    <a:lnTo>
                      <a:pt x="113" y="453"/>
                    </a:lnTo>
                    <a:lnTo>
                      <a:pt x="57" y="453"/>
                    </a:lnTo>
                    <a:lnTo>
                      <a:pt x="0" y="510"/>
                    </a:lnTo>
                    <a:close/>
                  </a:path>
                </a:pathLst>
              </a:custGeom>
              <a:ln>
                <a:headEnd/>
                <a:tailEnd/>
              </a:ln>
              <a:extLst/>
            </p:spPr>
            <p:style>
              <a:lnRef idx="2">
                <a:schemeClr val="accent3">
                  <a:shade val="50000"/>
                </a:schemeClr>
              </a:lnRef>
              <a:fillRef idx="1">
                <a:schemeClr val="accent3"/>
              </a:fillRef>
              <a:effectRef idx="0">
                <a:schemeClr val="accent3"/>
              </a:effectRef>
              <a:fontRef idx="minor">
                <a:schemeClr val="lt1"/>
              </a:fontRef>
            </p:style>
            <p:txBody>
              <a:bodyPr/>
              <a:lstStyle/>
              <a:p>
                <a:endParaRPr lang="ja-JP" altLang="en-US"/>
              </a:p>
            </p:txBody>
          </p:sp>
          <p:sp>
            <p:nvSpPr>
              <p:cNvPr id="162" name="Freeform 35"/>
              <p:cNvSpPr>
                <a:spLocks/>
              </p:cNvSpPr>
              <p:nvPr/>
            </p:nvSpPr>
            <p:spPr bwMode="auto">
              <a:xfrm>
                <a:off x="4979551" y="5997009"/>
                <a:ext cx="539750" cy="449263"/>
              </a:xfrm>
              <a:custGeom>
                <a:avLst/>
                <a:gdLst>
                  <a:gd name="T0" fmla="*/ 0 w 340"/>
                  <a:gd name="T1" fmla="*/ 170 h 283"/>
                  <a:gd name="T2" fmla="*/ 0 w 340"/>
                  <a:gd name="T3" fmla="*/ 113 h 283"/>
                  <a:gd name="T4" fmla="*/ 57 w 340"/>
                  <a:gd name="T5" fmla="*/ 113 h 283"/>
                  <a:gd name="T6" fmla="*/ 0 w 340"/>
                  <a:gd name="T7" fmla="*/ 0 h 283"/>
                  <a:gd name="T8" fmla="*/ 57 w 340"/>
                  <a:gd name="T9" fmla="*/ 0 h 283"/>
                  <a:gd name="T10" fmla="*/ 113 w 340"/>
                  <a:gd name="T11" fmla="*/ 56 h 283"/>
                  <a:gd name="T12" fmla="*/ 227 w 340"/>
                  <a:gd name="T13" fmla="*/ 56 h 283"/>
                  <a:gd name="T14" fmla="*/ 340 w 340"/>
                  <a:gd name="T15" fmla="*/ 170 h 283"/>
                  <a:gd name="T16" fmla="*/ 283 w 340"/>
                  <a:gd name="T17" fmla="*/ 227 h 283"/>
                  <a:gd name="T18" fmla="*/ 170 w 340"/>
                  <a:gd name="T19" fmla="*/ 283 h 283"/>
                  <a:gd name="T20" fmla="*/ 113 w 340"/>
                  <a:gd name="T21" fmla="*/ 283 h 283"/>
                  <a:gd name="T22" fmla="*/ 0 w 340"/>
                  <a:gd name="T23" fmla="*/ 17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0" h="283">
                    <a:moveTo>
                      <a:pt x="0" y="170"/>
                    </a:moveTo>
                    <a:lnTo>
                      <a:pt x="0" y="113"/>
                    </a:lnTo>
                    <a:lnTo>
                      <a:pt x="57" y="113"/>
                    </a:lnTo>
                    <a:lnTo>
                      <a:pt x="0" y="0"/>
                    </a:lnTo>
                    <a:lnTo>
                      <a:pt x="57" y="0"/>
                    </a:lnTo>
                    <a:lnTo>
                      <a:pt x="113" y="56"/>
                    </a:lnTo>
                    <a:lnTo>
                      <a:pt x="227" y="56"/>
                    </a:lnTo>
                    <a:lnTo>
                      <a:pt x="340" y="170"/>
                    </a:lnTo>
                    <a:lnTo>
                      <a:pt x="283" y="227"/>
                    </a:lnTo>
                    <a:lnTo>
                      <a:pt x="170" y="283"/>
                    </a:lnTo>
                    <a:lnTo>
                      <a:pt x="113" y="283"/>
                    </a:lnTo>
                    <a:lnTo>
                      <a:pt x="0" y="170"/>
                    </a:lnTo>
                    <a:close/>
                  </a:path>
                </a:pathLst>
              </a:custGeom>
              <a:ln>
                <a:headEnd/>
                <a:tailEnd/>
              </a:ln>
              <a:extLst/>
            </p:spPr>
            <p:style>
              <a:lnRef idx="2">
                <a:schemeClr val="accent3">
                  <a:shade val="50000"/>
                </a:schemeClr>
              </a:lnRef>
              <a:fillRef idx="1">
                <a:schemeClr val="accent3"/>
              </a:fillRef>
              <a:effectRef idx="0">
                <a:schemeClr val="accent3"/>
              </a:effectRef>
              <a:fontRef idx="minor">
                <a:schemeClr val="lt1"/>
              </a:fontRef>
            </p:style>
            <p:txBody>
              <a:bodyPr/>
              <a:lstStyle/>
              <a:p>
                <a:endParaRPr lang="ja-JP" altLang="en-US"/>
              </a:p>
            </p:txBody>
          </p:sp>
          <p:sp>
            <p:nvSpPr>
              <p:cNvPr id="163" name="Freeform 36"/>
              <p:cNvSpPr>
                <a:spLocks/>
              </p:cNvSpPr>
              <p:nvPr/>
            </p:nvSpPr>
            <p:spPr bwMode="auto">
              <a:xfrm>
                <a:off x="4889063" y="5006409"/>
                <a:ext cx="720725" cy="1079500"/>
              </a:xfrm>
              <a:custGeom>
                <a:avLst/>
                <a:gdLst>
                  <a:gd name="T0" fmla="*/ 284 w 454"/>
                  <a:gd name="T1" fmla="*/ 680 h 680"/>
                  <a:gd name="T2" fmla="*/ 170 w 454"/>
                  <a:gd name="T3" fmla="*/ 680 h 680"/>
                  <a:gd name="T4" fmla="*/ 170 w 454"/>
                  <a:gd name="T5" fmla="*/ 567 h 680"/>
                  <a:gd name="T6" fmla="*/ 227 w 454"/>
                  <a:gd name="T7" fmla="*/ 510 h 680"/>
                  <a:gd name="T8" fmla="*/ 170 w 454"/>
                  <a:gd name="T9" fmla="*/ 454 h 680"/>
                  <a:gd name="T10" fmla="*/ 170 w 454"/>
                  <a:gd name="T11" fmla="*/ 510 h 680"/>
                  <a:gd name="T12" fmla="*/ 0 w 454"/>
                  <a:gd name="T13" fmla="*/ 340 h 680"/>
                  <a:gd name="T14" fmla="*/ 114 w 454"/>
                  <a:gd name="T15" fmla="*/ 284 h 680"/>
                  <a:gd name="T16" fmla="*/ 170 w 454"/>
                  <a:gd name="T17" fmla="*/ 113 h 680"/>
                  <a:gd name="T18" fmla="*/ 284 w 454"/>
                  <a:gd name="T19" fmla="*/ 0 h 680"/>
                  <a:gd name="T20" fmla="*/ 397 w 454"/>
                  <a:gd name="T21" fmla="*/ 0 h 680"/>
                  <a:gd name="T22" fmla="*/ 454 w 454"/>
                  <a:gd name="T23" fmla="*/ 57 h 680"/>
                  <a:gd name="T24" fmla="*/ 397 w 454"/>
                  <a:gd name="T25" fmla="*/ 57 h 680"/>
                  <a:gd name="T26" fmla="*/ 284 w 454"/>
                  <a:gd name="T27" fmla="*/ 113 h 680"/>
                  <a:gd name="T28" fmla="*/ 340 w 454"/>
                  <a:gd name="T29" fmla="*/ 170 h 680"/>
                  <a:gd name="T30" fmla="*/ 340 w 454"/>
                  <a:gd name="T31" fmla="*/ 227 h 680"/>
                  <a:gd name="T32" fmla="*/ 397 w 454"/>
                  <a:gd name="T33" fmla="*/ 227 h 680"/>
                  <a:gd name="T34" fmla="*/ 284 w 454"/>
                  <a:gd name="T35" fmla="*/ 454 h 680"/>
                  <a:gd name="T36" fmla="*/ 284 w 454"/>
                  <a:gd name="T37" fmla="*/ 510 h 680"/>
                  <a:gd name="T38" fmla="*/ 227 w 454"/>
                  <a:gd name="T39" fmla="*/ 624 h 680"/>
                  <a:gd name="T40" fmla="*/ 284 w 454"/>
                  <a:gd name="T41" fmla="*/ 680 h 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54" h="680">
                    <a:moveTo>
                      <a:pt x="284" y="680"/>
                    </a:moveTo>
                    <a:lnTo>
                      <a:pt x="170" y="680"/>
                    </a:lnTo>
                    <a:lnTo>
                      <a:pt x="170" y="567"/>
                    </a:lnTo>
                    <a:lnTo>
                      <a:pt x="227" y="510"/>
                    </a:lnTo>
                    <a:lnTo>
                      <a:pt x="170" y="454"/>
                    </a:lnTo>
                    <a:lnTo>
                      <a:pt x="170" y="510"/>
                    </a:lnTo>
                    <a:lnTo>
                      <a:pt x="0" y="340"/>
                    </a:lnTo>
                    <a:lnTo>
                      <a:pt x="114" y="284"/>
                    </a:lnTo>
                    <a:lnTo>
                      <a:pt x="170" y="113"/>
                    </a:lnTo>
                    <a:lnTo>
                      <a:pt x="284" y="0"/>
                    </a:lnTo>
                    <a:lnTo>
                      <a:pt x="397" y="0"/>
                    </a:lnTo>
                    <a:lnTo>
                      <a:pt x="454" y="57"/>
                    </a:lnTo>
                    <a:lnTo>
                      <a:pt x="397" y="57"/>
                    </a:lnTo>
                    <a:lnTo>
                      <a:pt x="284" y="113"/>
                    </a:lnTo>
                    <a:lnTo>
                      <a:pt x="340" y="170"/>
                    </a:lnTo>
                    <a:lnTo>
                      <a:pt x="340" y="227"/>
                    </a:lnTo>
                    <a:lnTo>
                      <a:pt x="397" y="227"/>
                    </a:lnTo>
                    <a:lnTo>
                      <a:pt x="284" y="454"/>
                    </a:lnTo>
                    <a:lnTo>
                      <a:pt x="284" y="510"/>
                    </a:lnTo>
                    <a:lnTo>
                      <a:pt x="227" y="624"/>
                    </a:lnTo>
                    <a:lnTo>
                      <a:pt x="284" y="680"/>
                    </a:lnTo>
                    <a:close/>
                  </a:path>
                </a:pathLst>
              </a:custGeom>
              <a:ln>
                <a:headEnd/>
                <a:tailEnd/>
              </a:ln>
              <a:extLst/>
            </p:spPr>
            <p:style>
              <a:lnRef idx="2">
                <a:schemeClr val="accent3">
                  <a:shade val="50000"/>
                </a:schemeClr>
              </a:lnRef>
              <a:fillRef idx="1">
                <a:schemeClr val="accent3"/>
              </a:fillRef>
              <a:effectRef idx="0">
                <a:schemeClr val="accent3"/>
              </a:effectRef>
              <a:fontRef idx="minor">
                <a:schemeClr val="lt1"/>
              </a:fontRef>
            </p:style>
            <p:txBody>
              <a:bodyPr/>
              <a:lstStyle/>
              <a:p>
                <a:endParaRPr lang="ja-JP" altLang="en-US"/>
              </a:p>
            </p:txBody>
          </p:sp>
          <p:sp>
            <p:nvSpPr>
              <p:cNvPr id="164" name="Freeform 37"/>
              <p:cNvSpPr>
                <a:spLocks/>
              </p:cNvSpPr>
              <p:nvPr/>
            </p:nvSpPr>
            <p:spPr bwMode="auto">
              <a:xfrm>
                <a:off x="4439801" y="4285684"/>
                <a:ext cx="900114" cy="1260476"/>
              </a:xfrm>
              <a:custGeom>
                <a:avLst/>
                <a:gdLst>
                  <a:gd name="T0" fmla="*/ 283 w 567"/>
                  <a:gd name="T1" fmla="*/ 794 h 794"/>
                  <a:gd name="T2" fmla="*/ 170 w 567"/>
                  <a:gd name="T3" fmla="*/ 738 h 794"/>
                  <a:gd name="T4" fmla="*/ 226 w 567"/>
                  <a:gd name="T5" fmla="*/ 681 h 794"/>
                  <a:gd name="T6" fmla="*/ 113 w 567"/>
                  <a:gd name="T7" fmla="*/ 624 h 794"/>
                  <a:gd name="T8" fmla="*/ 226 w 567"/>
                  <a:gd name="T9" fmla="*/ 624 h 794"/>
                  <a:gd name="T10" fmla="*/ 226 w 567"/>
                  <a:gd name="T11" fmla="*/ 567 h 794"/>
                  <a:gd name="T12" fmla="*/ 170 w 567"/>
                  <a:gd name="T13" fmla="*/ 567 h 794"/>
                  <a:gd name="T14" fmla="*/ 170 w 567"/>
                  <a:gd name="T15" fmla="*/ 397 h 794"/>
                  <a:gd name="T16" fmla="*/ 56 w 567"/>
                  <a:gd name="T17" fmla="*/ 284 h 794"/>
                  <a:gd name="T18" fmla="*/ 56 w 567"/>
                  <a:gd name="T19" fmla="*/ 227 h 794"/>
                  <a:gd name="T20" fmla="*/ 113 w 567"/>
                  <a:gd name="T21" fmla="*/ 171 h 794"/>
                  <a:gd name="T22" fmla="*/ 0 w 567"/>
                  <a:gd name="T23" fmla="*/ 114 h 794"/>
                  <a:gd name="T24" fmla="*/ 0 w 567"/>
                  <a:gd name="T25" fmla="*/ 57 h 794"/>
                  <a:gd name="T26" fmla="*/ 113 w 567"/>
                  <a:gd name="T27" fmla="*/ 57 h 794"/>
                  <a:gd name="T28" fmla="*/ 170 w 567"/>
                  <a:gd name="T29" fmla="*/ 57 h 794"/>
                  <a:gd name="T30" fmla="*/ 113 w 567"/>
                  <a:gd name="T31" fmla="*/ 0 h 794"/>
                  <a:gd name="T32" fmla="*/ 283 w 567"/>
                  <a:gd name="T33" fmla="*/ 0 h 794"/>
                  <a:gd name="T34" fmla="*/ 283 w 567"/>
                  <a:gd name="T35" fmla="*/ 171 h 794"/>
                  <a:gd name="T36" fmla="*/ 226 w 567"/>
                  <a:gd name="T37" fmla="*/ 284 h 794"/>
                  <a:gd name="T38" fmla="*/ 283 w 567"/>
                  <a:gd name="T39" fmla="*/ 341 h 794"/>
                  <a:gd name="T40" fmla="*/ 397 w 567"/>
                  <a:gd name="T41" fmla="*/ 341 h 794"/>
                  <a:gd name="T42" fmla="*/ 453 w 567"/>
                  <a:gd name="T43" fmla="*/ 397 h 794"/>
                  <a:gd name="T44" fmla="*/ 510 w 567"/>
                  <a:gd name="T45" fmla="*/ 397 h 794"/>
                  <a:gd name="T46" fmla="*/ 567 w 567"/>
                  <a:gd name="T47" fmla="*/ 454 h 794"/>
                  <a:gd name="T48" fmla="*/ 453 w 567"/>
                  <a:gd name="T49" fmla="*/ 567 h 794"/>
                  <a:gd name="T50" fmla="*/ 397 w 567"/>
                  <a:gd name="T51" fmla="*/ 738 h 794"/>
                  <a:gd name="T52" fmla="*/ 283 w 567"/>
                  <a:gd name="T53" fmla="*/ 794 h 7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67" h="794">
                    <a:moveTo>
                      <a:pt x="283" y="794"/>
                    </a:moveTo>
                    <a:lnTo>
                      <a:pt x="170" y="738"/>
                    </a:lnTo>
                    <a:lnTo>
                      <a:pt x="226" y="681"/>
                    </a:lnTo>
                    <a:lnTo>
                      <a:pt x="113" y="624"/>
                    </a:lnTo>
                    <a:lnTo>
                      <a:pt x="226" y="624"/>
                    </a:lnTo>
                    <a:lnTo>
                      <a:pt x="226" y="567"/>
                    </a:lnTo>
                    <a:lnTo>
                      <a:pt x="170" y="567"/>
                    </a:lnTo>
                    <a:lnTo>
                      <a:pt x="170" y="397"/>
                    </a:lnTo>
                    <a:lnTo>
                      <a:pt x="56" y="284"/>
                    </a:lnTo>
                    <a:lnTo>
                      <a:pt x="56" y="227"/>
                    </a:lnTo>
                    <a:lnTo>
                      <a:pt x="113" y="171"/>
                    </a:lnTo>
                    <a:lnTo>
                      <a:pt x="0" y="114"/>
                    </a:lnTo>
                    <a:lnTo>
                      <a:pt x="0" y="57"/>
                    </a:lnTo>
                    <a:lnTo>
                      <a:pt x="113" y="57"/>
                    </a:lnTo>
                    <a:lnTo>
                      <a:pt x="170" y="57"/>
                    </a:lnTo>
                    <a:lnTo>
                      <a:pt x="113" y="0"/>
                    </a:lnTo>
                    <a:lnTo>
                      <a:pt x="283" y="0"/>
                    </a:lnTo>
                    <a:lnTo>
                      <a:pt x="283" y="171"/>
                    </a:lnTo>
                    <a:lnTo>
                      <a:pt x="226" y="284"/>
                    </a:lnTo>
                    <a:lnTo>
                      <a:pt x="283" y="341"/>
                    </a:lnTo>
                    <a:lnTo>
                      <a:pt x="397" y="341"/>
                    </a:lnTo>
                    <a:lnTo>
                      <a:pt x="453" y="397"/>
                    </a:lnTo>
                    <a:lnTo>
                      <a:pt x="510" y="397"/>
                    </a:lnTo>
                    <a:lnTo>
                      <a:pt x="567" y="454"/>
                    </a:lnTo>
                    <a:lnTo>
                      <a:pt x="453" y="567"/>
                    </a:lnTo>
                    <a:lnTo>
                      <a:pt x="397" y="738"/>
                    </a:lnTo>
                    <a:lnTo>
                      <a:pt x="283" y="794"/>
                    </a:lnTo>
                    <a:close/>
                  </a:path>
                </a:pathLst>
              </a:custGeom>
              <a:ln>
                <a:headEnd/>
                <a:tailEnd/>
              </a:ln>
              <a:extLst/>
            </p:spPr>
            <p:style>
              <a:lnRef idx="2">
                <a:schemeClr val="accent3">
                  <a:shade val="50000"/>
                </a:schemeClr>
              </a:lnRef>
              <a:fillRef idx="1">
                <a:schemeClr val="accent3"/>
              </a:fillRef>
              <a:effectRef idx="0">
                <a:schemeClr val="accent3"/>
              </a:effectRef>
              <a:fontRef idx="minor">
                <a:schemeClr val="lt1"/>
              </a:fontRef>
            </p:style>
            <p:txBody>
              <a:bodyPr/>
              <a:lstStyle/>
              <a:p>
                <a:endParaRPr lang="ja-JP" altLang="en-US"/>
              </a:p>
            </p:txBody>
          </p:sp>
          <p:sp>
            <p:nvSpPr>
              <p:cNvPr id="165" name="Freeform 38"/>
              <p:cNvSpPr>
                <a:spLocks/>
              </p:cNvSpPr>
              <p:nvPr/>
            </p:nvSpPr>
            <p:spPr bwMode="auto">
              <a:xfrm>
                <a:off x="4258826" y="6266885"/>
                <a:ext cx="450851" cy="539751"/>
              </a:xfrm>
              <a:custGeom>
                <a:avLst/>
                <a:gdLst>
                  <a:gd name="T0" fmla="*/ 170 w 284"/>
                  <a:gd name="T1" fmla="*/ 340 h 340"/>
                  <a:gd name="T2" fmla="*/ 114 w 284"/>
                  <a:gd name="T3" fmla="*/ 170 h 340"/>
                  <a:gd name="T4" fmla="*/ 0 w 284"/>
                  <a:gd name="T5" fmla="*/ 0 h 340"/>
                  <a:gd name="T6" fmla="*/ 114 w 284"/>
                  <a:gd name="T7" fmla="*/ 0 h 340"/>
                  <a:gd name="T8" fmla="*/ 227 w 284"/>
                  <a:gd name="T9" fmla="*/ 170 h 340"/>
                  <a:gd name="T10" fmla="*/ 284 w 284"/>
                  <a:gd name="T11" fmla="*/ 340 h 340"/>
                  <a:gd name="T12" fmla="*/ 170 w 284"/>
                  <a:gd name="T13" fmla="*/ 340 h 340"/>
                </a:gdLst>
                <a:ahLst/>
                <a:cxnLst>
                  <a:cxn ang="0">
                    <a:pos x="T0" y="T1"/>
                  </a:cxn>
                  <a:cxn ang="0">
                    <a:pos x="T2" y="T3"/>
                  </a:cxn>
                  <a:cxn ang="0">
                    <a:pos x="T4" y="T5"/>
                  </a:cxn>
                  <a:cxn ang="0">
                    <a:pos x="T6" y="T7"/>
                  </a:cxn>
                  <a:cxn ang="0">
                    <a:pos x="T8" y="T9"/>
                  </a:cxn>
                  <a:cxn ang="0">
                    <a:pos x="T10" y="T11"/>
                  </a:cxn>
                  <a:cxn ang="0">
                    <a:pos x="T12" y="T13"/>
                  </a:cxn>
                </a:cxnLst>
                <a:rect l="0" t="0" r="r" b="b"/>
                <a:pathLst>
                  <a:path w="284" h="340">
                    <a:moveTo>
                      <a:pt x="170" y="340"/>
                    </a:moveTo>
                    <a:lnTo>
                      <a:pt x="114" y="170"/>
                    </a:lnTo>
                    <a:lnTo>
                      <a:pt x="0" y="0"/>
                    </a:lnTo>
                    <a:lnTo>
                      <a:pt x="114" y="0"/>
                    </a:lnTo>
                    <a:lnTo>
                      <a:pt x="227" y="170"/>
                    </a:lnTo>
                    <a:lnTo>
                      <a:pt x="284" y="340"/>
                    </a:lnTo>
                    <a:lnTo>
                      <a:pt x="170" y="340"/>
                    </a:lnTo>
                    <a:close/>
                  </a:path>
                </a:pathLst>
              </a:custGeom>
              <a:ln>
                <a:headEnd/>
                <a:tailEnd/>
              </a:ln>
              <a:extLst/>
            </p:spPr>
            <p:style>
              <a:lnRef idx="2">
                <a:schemeClr val="accent3">
                  <a:shade val="50000"/>
                </a:schemeClr>
              </a:lnRef>
              <a:fillRef idx="1">
                <a:schemeClr val="accent3"/>
              </a:fillRef>
              <a:effectRef idx="0">
                <a:schemeClr val="accent3"/>
              </a:effectRef>
              <a:fontRef idx="minor">
                <a:schemeClr val="lt1"/>
              </a:fontRef>
            </p:style>
            <p:txBody>
              <a:bodyPr/>
              <a:lstStyle/>
              <a:p>
                <a:endParaRPr lang="ja-JP" altLang="en-US"/>
              </a:p>
            </p:txBody>
          </p:sp>
          <p:sp>
            <p:nvSpPr>
              <p:cNvPr id="166" name="Freeform 39"/>
              <p:cNvSpPr>
                <a:spLocks/>
              </p:cNvSpPr>
              <p:nvPr/>
            </p:nvSpPr>
            <p:spPr bwMode="auto">
              <a:xfrm>
                <a:off x="3988950" y="5636647"/>
                <a:ext cx="1081088" cy="1439863"/>
              </a:xfrm>
              <a:custGeom>
                <a:avLst/>
                <a:gdLst>
                  <a:gd name="T0" fmla="*/ 170 w 681"/>
                  <a:gd name="T1" fmla="*/ 397 h 907"/>
                  <a:gd name="T2" fmla="*/ 227 w 681"/>
                  <a:gd name="T3" fmla="*/ 283 h 907"/>
                  <a:gd name="T4" fmla="*/ 57 w 681"/>
                  <a:gd name="T5" fmla="*/ 283 h 907"/>
                  <a:gd name="T6" fmla="*/ 0 w 681"/>
                  <a:gd name="T7" fmla="*/ 227 h 907"/>
                  <a:gd name="T8" fmla="*/ 57 w 681"/>
                  <a:gd name="T9" fmla="*/ 57 h 907"/>
                  <a:gd name="T10" fmla="*/ 170 w 681"/>
                  <a:gd name="T11" fmla="*/ 113 h 907"/>
                  <a:gd name="T12" fmla="*/ 170 w 681"/>
                  <a:gd name="T13" fmla="*/ 57 h 907"/>
                  <a:gd name="T14" fmla="*/ 227 w 681"/>
                  <a:gd name="T15" fmla="*/ 57 h 907"/>
                  <a:gd name="T16" fmla="*/ 284 w 681"/>
                  <a:gd name="T17" fmla="*/ 0 h 907"/>
                  <a:gd name="T18" fmla="*/ 397 w 681"/>
                  <a:gd name="T19" fmla="*/ 0 h 907"/>
                  <a:gd name="T20" fmla="*/ 454 w 681"/>
                  <a:gd name="T21" fmla="*/ 170 h 907"/>
                  <a:gd name="T22" fmla="*/ 510 w 681"/>
                  <a:gd name="T23" fmla="*/ 227 h 907"/>
                  <a:gd name="T24" fmla="*/ 340 w 681"/>
                  <a:gd name="T25" fmla="*/ 283 h 907"/>
                  <a:gd name="T26" fmla="*/ 340 w 681"/>
                  <a:gd name="T27" fmla="*/ 340 h 907"/>
                  <a:gd name="T28" fmla="*/ 454 w 681"/>
                  <a:gd name="T29" fmla="*/ 397 h 907"/>
                  <a:gd name="T30" fmla="*/ 510 w 681"/>
                  <a:gd name="T31" fmla="*/ 397 h 907"/>
                  <a:gd name="T32" fmla="*/ 567 w 681"/>
                  <a:gd name="T33" fmla="*/ 454 h 907"/>
                  <a:gd name="T34" fmla="*/ 624 w 681"/>
                  <a:gd name="T35" fmla="*/ 397 h 907"/>
                  <a:gd name="T36" fmla="*/ 681 w 681"/>
                  <a:gd name="T37" fmla="*/ 737 h 907"/>
                  <a:gd name="T38" fmla="*/ 624 w 681"/>
                  <a:gd name="T39" fmla="*/ 907 h 907"/>
                  <a:gd name="T40" fmla="*/ 624 w 681"/>
                  <a:gd name="T41" fmla="*/ 850 h 907"/>
                  <a:gd name="T42" fmla="*/ 567 w 681"/>
                  <a:gd name="T43" fmla="*/ 850 h 907"/>
                  <a:gd name="T44" fmla="*/ 567 w 681"/>
                  <a:gd name="T45" fmla="*/ 794 h 907"/>
                  <a:gd name="T46" fmla="*/ 510 w 681"/>
                  <a:gd name="T47" fmla="*/ 737 h 907"/>
                  <a:gd name="T48" fmla="*/ 454 w 681"/>
                  <a:gd name="T49" fmla="*/ 737 h 907"/>
                  <a:gd name="T50" fmla="*/ 397 w 681"/>
                  <a:gd name="T51" fmla="*/ 567 h 907"/>
                  <a:gd name="T52" fmla="*/ 284 w 681"/>
                  <a:gd name="T53" fmla="*/ 397 h 907"/>
                  <a:gd name="T54" fmla="*/ 170 w 681"/>
                  <a:gd name="T55" fmla="*/ 397 h 9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81" h="907">
                    <a:moveTo>
                      <a:pt x="170" y="397"/>
                    </a:moveTo>
                    <a:lnTo>
                      <a:pt x="227" y="283"/>
                    </a:lnTo>
                    <a:lnTo>
                      <a:pt x="57" y="283"/>
                    </a:lnTo>
                    <a:lnTo>
                      <a:pt x="0" y="227"/>
                    </a:lnTo>
                    <a:lnTo>
                      <a:pt x="57" y="57"/>
                    </a:lnTo>
                    <a:lnTo>
                      <a:pt x="170" y="113"/>
                    </a:lnTo>
                    <a:lnTo>
                      <a:pt x="170" y="57"/>
                    </a:lnTo>
                    <a:lnTo>
                      <a:pt x="227" y="57"/>
                    </a:lnTo>
                    <a:lnTo>
                      <a:pt x="284" y="0"/>
                    </a:lnTo>
                    <a:lnTo>
                      <a:pt x="397" y="0"/>
                    </a:lnTo>
                    <a:lnTo>
                      <a:pt x="454" y="170"/>
                    </a:lnTo>
                    <a:lnTo>
                      <a:pt x="510" y="227"/>
                    </a:lnTo>
                    <a:lnTo>
                      <a:pt x="340" y="283"/>
                    </a:lnTo>
                    <a:lnTo>
                      <a:pt x="340" y="340"/>
                    </a:lnTo>
                    <a:lnTo>
                      <a:pt x="454" y="397"/>
                    </a:lnTo>
                    <a:lnTo>
                      <a:pt x="510" y="397"/>
                    </a:lnTo>
                    <a:lnTo>
                      <a:pt x="567" y="454"/>
                    </a:lnTo>
                    <a:lnTo>
                      <a:pt x="624" y="397"/>
                    </a:lnTo>
                    <a:lnTo>
                      <a:pt x="681" y="737"/>
                    </a:lnTo>
                    <a:lnTo>
                      <a:pt x="624" y="907"/>
                    </a:lnTo>
                    <a:lnTo>
                      <a:pt x="624" y="850"/>
                    </a:lnTo>
                    <a:lnTo>
                      <a:pt x="567" y="850"/>
                    </a:lnTo>
                    <a:lnTo>
                      <a:pt x="567" y="794"/>
                    </a:lnTo>
                    <a:lnTo>
                      <a:pt x="510" y="737"/>
                    </a:lnTo>
                    <a:lnTo>
                      <a:pt x="454" y="737"/>
                    </a:lnTo>
                    <a:lnTo>
                      <a:pt x="397" y="567"/>
                    </a:lnTo>
                    <a:lnTo>
                      <a:pt x="284" y="397"/>
                    </a:lnTo>
                    <a:lnTo>
                      <a:pt x="170" y="397"/>
                    </a:lnTo>
                    <a:close/>
                  </a:path>
                </a:pathLst>
              </a:custGeom>
              <a:ln>
                <a:headEnd/>
                <a:tailEnd/>
              </a:ln>
              <a:extLst/>
            </p:spPr>
            <p:style>
              <a:lnRef idx="2">
                <a:schemeClr val="accent3">
                  <a:shade val="50000"/>
                </a:schemeClr>
              </a:lnRef>
              <a:fillRef idx="1">
                <a:schemeClr val="accent3"/>
              </a:fillRef>
              <a:effectRef idx="0">
                <a:schemeClr val="accent3"/>
              </a:effectRef>
              <a:fontRef idx="minor">
                <a:schemeClr val="lt1"/>
              </a:fontRef>
            </p:style>
            <p:txBody>
              <a:bodyPr/>
              <a:lstStyle/>
              <a:p>
                <a:endParaRPr lang="ja-JP" altLang="en-US"/>
              </a:p>
            </p:txBody>
          </p:sp>
          <p:sp>
            <p:nvSpPr>
              <p:cNvPr id="167" name="Freeform 40"/>
              <p:cNvSpPr>
                <a:spLocks/>
              </p:cNvSpPr>
              <p:nvPr/>
            </p:nvSpPr>
            <p:spPr bwMode="auto">
              <a:xfrm>
                <a:off x="4349314" y="4736535"/>
                <a:ext cx="900114" cy="1620839"/>
              </a:xfrm>
              <a:custGeom>
                <a:avLst/>
                <a:gdLst>
                  <a:gd name="T0" fmla="*/ 113 w 567"/>
                  <a:gd name="T1" fmla="*/ 0 h 1021"/>
                  <a:gd name="T2" fmla="*/ 113 w 567"/>
                  <a:gd name="T3" fmla="*/ 113 h 1021"/>
                  <a:gd name="T4" fmla="*/ 170 w 567"/>
                  <a:gd name="T5" fmla="*/ 170 h 1021"/>
                  <a:gd name="T6" fmla="*/ 113 w 567"/>
                  <a:gd name="T7" fmla="*/ 283 h 1021"/>
                  <a:gd name="T8" fmla="*/ 57 w 567"/>
                  <a:gd name="T9" fmla="*/ 227 h 1021"/>
                  <a:gd name="T10" fmla="*/ 0 w 567"/>
                  <a:gd name="T11" fmla="*/ 283 h 1021"/>
                  <a:gd name="T12" fmla="*/ 0 w 567"/>
                  <a:gd name="T13" fmla="*/ 397 h 1021"/>
                  <a:gd name="T14" fmla="*/ 57 w 567"/>
                  <a:gd name="T15" fmla="*/ 567 h 1021"/>
                  <a:gd name="T16" fmla="*/ 170 w 567"/>
                  <a:gd name="T17" fmla="*/ 567 h 1021"/>
                  <a:gd name="T18" fmla="*/ 227 w 567"/>
                  <a:gd name="T19" fmla="*/ 737 h 1021"/>
                  <a:gd name="T20" fmla="*/ 283 w 567"/>
                  <a:gd name="T21" fmla="*/ 794 h 1021"/>
                  <a:gd name="T22" fmla="*/ 113 w 567"/>
                  <a:gd name="T23" fmla="*/ 850 h 1021"/>
                  <a:gd name="T24" fmla="*/ 113 w 567"/>
                  <a:gd name="T25" fmla="*/ 907 h 1021"/>
                  <a:gd name="T26" fmla="*/ 227 w 567"/>
                  <a:gd name="T27" fmla="*/ 964 h 1021"/>
                  <a:gd name="T28" fmla="*/ 283 w 567"/>
                  <a:gd name="T29" fmla="*/ 964 h 1021"/>
                  <a:gd name="T30" fmla="*/ 340 w 567"/>
                  <a:gd name="T31" fmla="*/ 1021 h 1021"/>
                  <a:gd name="T32" fmla="*/ 397 w 567"/>
                  <a:gd name="T33" fmla="*/ 964 h 1021"/>
                  <a:gd name="T34" fmla="*/ 397 w 567"/>
                  <a:gd name="T35" fmla="*/ 907 h 1021"/>
                  <a:gd name="T36" fmla="*/ 454 w 567"/>
                  <a:gd name="T37" fmla="*/ 907 h 1021"/>
                  <a:gd name="T38" fmla="*/ 397 w 567"/>
                  <a:gd name="T39" fmla="*/ 794 h 1021"/>
                  <a:gd name="T40" fmla="*/ 454 w 567"/>
                  <a:gd name="T41" fmla="*/ 794 h 1021"/>
                  <a:gd name="T42" fmla="*/ 510 w 567"/>
                  <a:gd name="T43" fmla="*/ 850 h 1021"/>
                  <a:gd name="T44" fmla="*/ 510 w 567"/>
                  <a:gd name="T45" fmla="*/ 737 h 1021"/>
                  <a:gd name="T46" fmla="*/ 567 w 567"/>
                  <a:gd name="T47" fmla="*/ 680 h 1021"/>
                  <a:gd name="T48" fmla="*/ 510 w 567"/>
                  <a:gd name="T49" fmla="*/ 624 h 1021"/>
                  <a:gd name="T50" fmla="*/ 510 w 567"/>
                  <a:gd name="T51" fmla="*/ 680 h 1021"/>
                  <a:gd name="T52" fmla="*/ 340 w 567"/>
                  <a:gd name="T53" fmla="*/ 510 h 1021"/>
                  <a:gd name="T54" fmla="*/ 227 w 567"/>
                  <a:gd name="T55" fmla="*/ 454 h 1021"/>
                  <a:gd name="T56" fmla="*/ 283 w 567"/>
                  <a:gd name="T57" fmla="*/ 397 h 1021"/>
                  <a:gd name="T58" fmla="*/ 170 w 567"/>
                  <a:gd name="T59" fmla="*/ 340 h 1021"/>
                  <a:gd name="T60" fmla="*/ 283 w 567"/>
                  <a:gd name="T61" fmla="*/ 340 h 1021"/>
                  <a:gd name="T62" fmla="*/ 283 w 567"/>
                  <a:gd name="T63" fmla="*/ 283 h 1021"/>
                  <a:gd name="T64" fmla="*/ 227 w 567"/>
                  <a:gd name="T65" fmla="*/ 283 h 1021"/>
                  <a:gd name="T66" fmla="*/ 227 w 567"/>
                  <a:gd name="T67" fmla="*/ 113 h 1021"/>
                  <a:gd name="T68" fmla="*/ 113 w 567"/>
                  <a:gd name="T69" fmla="*/ 0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67" h="1021">
                    <a:moveTo>
                      <a:pt x="113" y="0"/>
                    </a:moveTo>
                    <a:lnTo>
                      <a:pt x="113" y="113"/>
                    </a:lnTo>
                    <a:lnTo>
                      <a:pt x="170" y="170"/>
                    </a:lnTo>
                    <a:lnTo>
                      <a:pt x="113" y="283"/>
                    </a:lnTo>
                    <a:lnTo>
                      <a:pt x="57" y="227"/>
                    </a:lnTo>
                    <a:lnTo>
                      <a:pt x="0" y="283"/>
                    </a:lnTo>
                    <a:lnTo>
                      <a:pt x="0" y="397"/>
                    </a:lnTo>
                    <a:lnTo>
                      <a:pt x="57" y="567"/>
                    </a:lnTo>
                    <a:lnTo>
                      <a:pt x="170" y="567"/>
                    </a:lnTo>
                    <a:lnTo>
                      <a:pt x="227" y="737"/>
                    </a:lnTo>
                    <a:lnTo>
                      <a:pt x="283" y="794"/>
                    </a:lnTo>
                    <a:lnTo>
                      <a:pt x="113" y="850"/>
                    </a:lnTo>
                    <a:lnTo>
                      <a:pt x="113" y="907"/>
                    </a:lnTo>
                    <a:lnTo>
                      <a:pt x="227" y="964"/>
                    </a:lnTo>
                    <a:lnTo>
                      <a:pt x="283" y="964"/>
                    </a:lnTo>
                    <a:lnTo>
                      <a:pt x="340" y="1021"/>
                    </a:lnTo>
                    <a:lnTo>
                      <a:pt x="397" y="964"/>
                    </a:lnTo>
                    <a:lnTo>
                      <a:pt x="397" y="907"/>
                    </a:lnTo>
                    <a:lnTo>
                      <a:pt x="454" y="907"/>
                    </a:lnTo>
                    <a:lnTo>
                      <a:pt x="397" y="794"/>
                    </a:lnTo>
                    <a:lnTo>
                      <a:pt x="454" y="794"/>
                    </a:lnTo>
                    <a:lnTo>
                      <a:pt x="510" y="850"/>
                    </a:lnTo>
                    <a:lnTo>
                      <a:pt x="510" y="737"/>
                    </a:lnTo>
                    <a:lnTo>
                      <a:pt x="567" y="680"/>
                    </a:lnTo>
                    <a:lnTo>
                      <a:pt x="510" y="624"/>
                    </a:lnTo>
                    <a:lnTo>
                      <a:pt x="510" y="680"/>
                    </a:lnTo>
                    <a:lnTo>
                      <a:pt x="340" y="510"/>
                    </a:lnTo>
                    <a:lnTo>
                      <a:pt x="227" y="454"/>
                    </a:lnTo>
                    <a:lnTo>
                      <a:pt x="283" y="397"/>
                    </a:lnTo>
                    <a:lnTo>
                      <a:pt x="170" y="340"/>
                    </a:lnTo>
                    <a:lnTo>
                      <a:pt x="283" y="340"/>
                    </a:lnTo>
                    <a:lnTo>
                      <a:pt x="283" y="283"/>
                    </a:lnTo>
                    <a:lnTo>
                      <a:pt x="227" y="283"/>
                    </a:lnTo>
                    <a:lnTo>
                      <a:pt x="227" y="113"/>
                    </a:lnTo>
                    <a:lnTo>
                      <a:pt x="113" y="0"/>
                    </a:lnTo>
                    <a:close/>
                  </a:path>
                </a:pathLst>
              </a:custGeom>
              <a:ln>
                <a:headEnd/>
                <a:tailEnd/>
              </a:ln>
              <a:extLst/>
            </p:spPr>
            <p:style>
              <a:lnRef idx="2">
                <a:schemeClr val="accent3">
                  <a:shade val="50000"/>
                </a:schemeClr>
              </a:lnRef>
              <a:fillRef idx="1">
                <a:schemeClr val="accent3"/>
              </a:fillRef>
              <a:effectRef idx="0">
                <a:schemeClr val="accent3"/>
              </a:effectRef>
              <a:fontRef idx="minor">
                <a:schemeClr val="lt1"/>
              </a:fontRef>
            </p:style>
            <p:txBody>
              <a:bodyPr/>
              <a:lstStyle/>
              <a:p>
                <a:endParaRPr lang="ja-JP" altLang="en-US"/>
              </a:p>
            </p:txBody>
          </p:sp>
          <p:sp>
            <p:nvSpPr>
              <p:cNvPr id="168" name="Freeform 41"/>
              <p:cNvSpPr>
                <a:spLocks/>
              </p:cNvSpPr>
              <p:nvPr/>
            </p:nvSpPr>
            <p:spPr bwMode="auto">
              <a:xfrm>
                <a:off x="3088838" y="4196784"/>
                <a:ext cx="1530351" cy="1349376"/>
              </a:xfrm>
              <a:custGeom>
                <a:avLst/>
                <a:gdLst>
                  <a:gd name="T0" fmla="*/ 851 w 964"/>
                  <a:gd name="T1" fmla="*/ 113 h 850"/>
                  <a:gd name="T2" fmla="*/ 681 w 964"/>
                  <a:gd name="T3" fmla="*/ 113 h 850"/>
                  <a:gd name="T4" fmla="*/ 681 w 964"/>
                  <a:gd name="T5" fmla="*/ 56 h 850"/>
                  <a:gd name="T6" fmla="*/ 624 w 964"/>
                  <a:gd name="T7" fmla="*/ 0 h 850"/>
                  <a:gd name="T8" fmla="*/ 567 w 964"/>
                  <a:gd name="T9" fmla="*/ 0 h 850"/>
                  <a:gd name="T10" fmla="*/ 454 w 964"/>
                  <a:gd name="T11" fmla="*/ 56 h 850"/>
                  <a:gd name="T12" fmla="*/ 340 w 964"/>
                  <a:gd name="T13" fmla="*/ 170 h 850"/>
                  <a:gd name="T14" fmla="*/ 284 w 964"/>
                  <a:gd name="T15" fmla="*/ 227 h 850"/>
                  <a:gd name="T16" fmla="*/ 227 w 964"/>
                  <a:gd name="T17" fmla="*/ 227 h 850"/>
                  <a:gd name="T18" fmla="*/ 170 w 964"/>
                  <a:gd name="T19" fmla="*/ 340 h 850"/>
                  <a:gd name="T20" fmla="*/ 170 w 964"/>
                  <a:gd name="T21" fmla="*/ 397 h 850"/>
                  <a:gd name="T22" fmla="*/ 57 w 964"/>
                  <a:gd name="T23" fmla="*/ 340 h 850"/>
                  <a:gd name="T24" fmla="*/ 0 w 964"/>
                  <a:gd name="T25" fmla="*/ 397 h 850"/>
                  <a:gd name="T26" fmla="*/ 57 w 964"/>
                  <a:gd name="T27" fmla="*/ 453 h 850"/>
                  <a:gd name="T28" fmla="*/ 114 w 964"/>
                  <a:gd name="T29" fmla="*/ 567 h 850"/>
                  <a:gd name="T30" fmla="*/ 227 w 964"/>
                  <a:gd name="T31" fmla="*/ 453 h 850"/>
                  <a:gd name="T32" fmla="*/ 340 w 964"/>
                  <a:gd name="T33" fmla="*/ 737 h 850"/>
                  <a:gd name="T34" fmla="*/ 397 w 964"/>
                  <a:gd name="T35" fmla="*/ 737 h 850"/>
                  <a:gd name="T36" fmla="*/ 510 w 964"/>
                  <a:gd name="T37" fmla="*/ 850 h 850"/>
                  <a:gd name="T38" fmla="*/ 567 w 964"/>
                  <a:gd name="T39" fmla="*/ 794 h 850"/>
                  <a:gd name="T40" fmla="*/ 737 w 964"/>
                  <a:gd name="T41" fmla="*/ 794 h 850"/>
                  <a:gd name="T42" fmla="*/ 737 w 964"/>
                  <a:gd name="T43" fmla="*/ 737 h 850"/>
                  <a:gd name="T44" fmla="*/ 794 w 964"/>
                  <a:gd name="T45" fmla="*/ 737 h 850"/>
                  <a:gd name="T46" fmla="*/ 794 w 964"/>
                  <a:gd name="T47" fmla="*/ 623 h 850"/>
                  <a:gd name="T48" fmla="*/ 851 w 964"/>
                  <a:gd name="T49" fmla="*/ 567 h 850"/>
                  <a:gd name="T50" fmla="*/ 907 w 964"/>
                  <a:gd name="T51" fmla="*/ 623 h 850"/>
                  <a:gd name="T52" fmla="*/ 964 w 964"/>
                  <a:gd name="T53" fmla="*/ 510 h 850"/>
                  <a:gd name="T54" fmla="*/ 907 w 964"/>
                  <a:gd name="T55" fmla="*/ 453 h 850"/>
                  <a:gd name="T56" fmla="*/ 907 w 964"/>
                  <a:gd name="T57" fmla="*/ 340 h 850"/>
                  <a:gd name="T58" fmla="*/ 907 w 964"/>
                  <a:gd name="T59" fmla="*/ 283 h 850"/>
                  <a:gd name="T60" fmla="*/ 964 w 964"/>
                  <a:gd name="T61" fmla="*/ 227 h 850"/>
                  <a:gd name="T62" fmla="*/ 851 w 964"/>
                  <a:gd name="T63" fmla="*/ 170 h 850"/>
                  <a:gd name="T64" fmla="*/ 851 w 964"/>
                  <a:gd name="T65" fmla="*/ 113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4" h="850">
                    <a:moveTo>
                      <a:pt x="851" y="113"/>
                    </a:moveTo>
                    <a:lnTo>
                      <a:pt x="681" y="113"/>
                    </a:lnTo>
                    <a:lnTo>
                      <a:pt x="681" y="56"/>
                    </a:lnTo>
                    <a:lnTo>
                      <a:pt x="624" y="0"/>
                    </a:lnTo>
                    <a:lnTo>
                      <a:pt x="567" y="0"/>
                    </a:lnTo>
                    <a:lnTo>
                      <a:pt x="454" y="56"/>
                    </a:lnTo>
                    <a:lnTo>
                      <a:pt x="340" y="170"/>
                    </a:lnTo>
                    <a:lnTo>
                      <a:pt x="284" y="227"/>
                    </a:lnTo>
                    <a:lnTo>
                      <a:pt x="227" y="227"/>
                    </a:lnTo>
                    <a:lnTo>
                      <a:pt x="170" y="340"/>
                    </a:lnTo>
                    <a:lnTo>
                      <a:pt x="170" y="397"/>
                    </a:lnTo>
                    <a:lnTo>
                      <a:pt x="57" y="340"/>
                    </a:lnTo>
                    <a:lnTo>
                      <a:pt x="0" y="397"/>
                    </a:lnTo>
                    <a:lnTo>
                      <a:pt x="57" y="453"/>
                    </a:lnTo>
                    <a:lnTo>
                      <a:pt x="114" y="567"/>
                    </a:lnTo>
                    <a:lnTo>
                      <a:pt x="227" y="453"/>
                    </a:lnTo>
                    <a:lnTo>
                      <a:pt x="340" y="737"/>
                    </a:lnTo>
                    <a:lnTo>
                      <a:pt x="397" y="737"/>
                    </a:lnTo>
                    <a:lnTo>
                      <a:pt x="510" y="850"/>
                    </a:lnTo>
                    <a:lnTo>
                      <a:pt x="567" y="794"/>
                    </a:lnTo>
                    <a:lnTo>
                      <a:pt x="737" y="794"/>
                    </a:lnTo>
                    <a:lnTo>
                      <a:pt x="737" y="737"/>
                    </a:lnTo>
                    <a:lnTo>
                      <a:pt x="794" y="737"/>
                    </a:lnTo>
                    <a:lnTo>
                      <a:pt x="794" y="623"/>
                    </a:lnTo>
                    <a:lnTo>
                      <a:pt x="851" y="567"/>
                    </a:lnTo>
                    <a:lnTo>
                      <a:pt x="907" y="623"/>
                    </a:lnTo>
                    <a:lnTo>
                      <a:pt x="964" y="510"/>
                    </a:lnTo>
                    <a:lnTo>
                      <a:pt x="907" y="453"/>
                    </a:lnTo>
                    <a:lnTo>
                      <a:pt x="907" y="340"/>
                    </a:lnTo>
                    <a:lnTo>
                      <a:pt x="907" y="283"/>
                    </a:lnTo>
                    <a:lnTo>
                      <a:pt x="964" y="227"/>
                    </a:lnTo>
                    <a:lnTo>
                      <a:pt x="851" y="170"/>
                    </a:lnTo>
                    <a:lnTo>
                      <a:pt x="851" y="113"/>
                    </a:lnTo>
                    <a:close/>
                  </a:path>
                </a:pathLst>
              </a:custGeom>
              <a:ln>
                <a:headEnd/>
                <a:tailEnd/>
              </a:ln>
              <a:extLst/>
            </p:spPr>
            <p:style>
              <a:lnRef idx="2">
                <a:schemeClr val="accent3">
                  <a:shade val="50000"/>
                </a:schemeClr>
              </a:lnRef>
              <a:fillRef idx="1">
                <a:schemeClr val="accent3"/>
              </a:fillRef>
              <a:effectRef idx="0">
                <a:schemeClr val="accent3"/>
              </a:effectRef>
              <a:fontRef idx="minor">
                <a:schemeClr val="lt1"/>
              </a:fontRef>
            </p:style>
            <p:txBody>
              <a:bodyPr/>
              <a:lstStyle/>
              <a:p>
                <a:endParaRPr lang="ja-JP" altLang="en-US"/>
              </a:p>
            </p:txBody>
          </p:sp>
          <p:sp>
            <p:nvSpPr>
              <p:cNvPr id="169" name="Freeform 42"/>
              <p:cNvSpPr>
                <a:spLocks/>
              </p:cNvSpPr>
              <p:nvPr/>
            </p:nvSpPr>
            <p:spPr bwMode="auto">
              <a:xfrm>
                <a:off x="1648974" y="6266885"/>
                <a:ext cx="630239" cy="539751"/>
              </a:xfrm>
              <a:custGeom>
                <a:avLst/>
                <a:gdLst>
                  <a:gd name="T0" fmla="*/ 340 w 397"/>
                  <a:gd name="T1" fmla="*/ 113 h 340"/>
                  <a:gd name="T2" fmla="*/ 397 w 397"/>
                  <a:gd name="T3" fmla="*/ 170 h 340"/>
                  <a:gd name="T4" fmla="*/ 340 w 397"/>
                  <a:gd name="T5" fmla="*/ 227 h 340"/>
                  <a:gd name="T6" fmla="*/ 170 w 397"/>
                  <a:gd name="T7" fmla="*/ 283 h 340"/>
                  <a:gd name="T8" fmla="*/ 170 w 397"/>
                  <a:gd name="T9" fmla="*/ 340 h 340"/>
                  <a:gd name="T10" fmla="*/ 113 w 397"/>
                  <a:gd name="T11" fmla="*/ 283 h 340"/>
                  <a:gd name="T12" fmla="*/ 57 w 397"/>
                  <a:gd name="T13" fmla="*/ 227 h 340"/>
                  <a:gd name="T14" fmla="*/ 0 w 397"/>
                  <a:gd name="T15" fmla="*/ 113 h 340"/>
                  <a:gd name="T16" fmla="*/ 57 w 397"/>
                  <a:gd name="T17" fmla="*/ 113 h 340"/>
                  <a:gd name="T18" fmla="*/ 57 w 397"/>
                  <a:gd name="T19" fmla="*/ 0 h 340"/>
                  <a:gd name="T20" fmla="*/ 227 w 397"/>
                  <a:gd name="T21" fmla="*/ 57 h 340"/>
                  <a:gd name="T22" fmla="*/ 227 w 397"/>
                  <a:gd name="T23" fmla="*/ 0 h 340"/>
                  <a:gd name="T24" fmla="*/ 340 w 397"/>
                  <a:gd name="T25" fmla="*/ 57 h 340"/>
                  <a:gd name="T26" fmla="*/ 340 w 397"/>
                  <a:gd name="T27" fmla="*/ 113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7" h="340">
                    <a:moveTo>
                      <a:pt x="340" y="113"/>
                    </a:moveTo>
                    <a:lnTo>
                      <a:pt x="397" y="170"/>
                    </a:lnTo>
                    <a:lnTo>
                      <a:pt x="340" y="227"/>
                    </a:lnTo>
                    <a:lnTo>
                      <a:pt x="170" y="283"/>
                    </a:lnTo>
                    <a:lnTo>
                      <a:pt x="170" y="340"/>
                    </a:lnTo>
                    <a:lnTo>
                      <a:pt x="113" y="283"/>
                    </a:lnTo>
                    <a:lnTo>
                      <a:pt x="57" y="227"/>
                    </a:lnTo>
                    <a:lnTo>
                      <a:pt x="0" y="113"/>
                    </a:lnTo>
                    <a:lnTo>
                      <a:pt x="57" y="113"/>
                    </a:lnTo>
                    <a:lnTo>
                      <a:pt x="57" y="0"/>
                    </a:lnTo>
                    <a:lnTo>
                      <a:pt x="227" y="57"/>
                    </a:lnTo>
                    <a:lnTo>
                      <a:pt x="227" y="0"/>
                    </a:lnTo>
                    <a:lnTo>
                      <a:pt x="340" y="57"/>
                    </a:lnTo>
                    <a:lnTo>
                      <a:pt x="340" y="113"/>
                    </a:lnTo>
                    <a:close/>
                  </a:path>
                </a:pathLst>
              </a:custGeom>
              <a:ln>
                <a:headEnd/>
                <a:tailEnd/>
              </a:ln>
              <a:extLst/>
            </p:spPr>
            <p:style>
              <a:lnRef idx="2">
                <a:schemeClr val="accent3">
                  <a:shade val="50000"/>
                </a:schemeClr>
              </a:lnRef>
              <a:fillRef idx="1">
                <a:schemeClr val="accent3"/>
              </a:fillRef>
              <a:effectRef idx="0">
                <a:schemeClr val="accent3"/>
              </a:effectRef>
              <a:fontRef idx="minor">
                <a:schemeClr val="lt1"/>
              </a:fontRef>
            </p:style>
            <p:txBody>
              <a:bodyPr/>
              <a:lstStyle/>
              <a:p>
                <a:endParaRPr lang="ja-JP" altLang="en-US"/>
              </a:p>
            </p:txBody>
          </p:sp>
          <p:sp>
            <p:nvSpPr>
              <p:cNvPr id="170" name="Freeform 43"/>
              <p:cNvSpPr>
                <a:spLocks/>
              </p:cNvSpPr>
              <p:nvPr/>
            </p:nvSpPr>
            <p:spPr bwMode="auto">
              <a:xfrm>
                <a:off x="2009337" y="4915923"/>
                <a:ext cx="1619250" cy="1530351"/>
              </a:xfrm>
              <a:custGeom>
                <a:avLst/>
                <a:gdLst>
                  <a:gd name="T0" fmla="*/ 0 w 1020"/>
                  <a:gd name="T1" fmla="*/ 851 h 964"/>
                  <a:gd name="T2" fmla="*/ 0 w 1020"/>
                  <a:gd name="T3" fmla="*/ 681 h 964"/>
                  <a:gd name="T4" fmla="*/ 56 w 1020"/>
                  <a:gd name="T5" fmla="*/ 737 h 964"/>
                  <a:gd name="T6" fmla="*/ 227 w 1020"/>
                  <a:gd name="T7" fmla="*/ 624 h 964"/>
                  <a:gd name="T8" fmla="*/ 283 w 1020"/>
                  <a:gd name="T9" fmla="*/ 624 h 964"/>
                  <a:gd name="T10" fmla="*/ 340 w 1020"/>
                  <a:gd name="T11" fmla="*/ 567 h 964"/>
                  <a:gd name="T12" fmla="*/ 283 w 1020"/>
                  <a:gd name="T13" fmla="*/ 511 h 964"/>
                  <a:gd name="T14" fmla="*/ 340 w 1020"/>
                  <a:gd name="T15" fmla="*/ 454 h 964"/>
                  <a:gd name="T16" fmla="*/ 397 w 1020"/>
                  <a:gd name="T17" fmla="*/ 511 h 964"/>
                  <a:gd name="T18" fmla="*/ 567 w 1020"/>
                  <a:gd name="T19" fmla="*/ 341 h 964"/>
                  <a:gd name="T20" fmla="*/ 680 w 1020"/>
                  <a:gd name="T21" fmla="*/ 284 h 964"/>
                  <a:gd name="T22" fmla="*/ 794 w 1020"/>
                  <a:gd name="T23" fmla="*/ 114 h 964"/>
                  <a:gd name="T24" fmla="*/ 907 w 1020"/>
                  <a:gd name="T25" fmla="*/ 0 h 964"/>
                  <a:gd name="T26" fmla="*/ 1020 w 1020"/>
                  <a:gd name="T27" fmla="*/ 284 h 964"/>
                  <a:gd name="T28" fmla="*/ 964 w 1020"/>
                  <a:gd name="T29" fmla="*/ 341 h 964"/>
                  <a:gd name="T30" fmla="*/ 964 w 1020"/>
                  <a:gd name="T31" fmla="*/ 511 h 964"/>
                  <a:gd name="T32" fmla="*/ 907 w 1020"/>
                  <a:gd name="T33" fmla="*/ 567 h 964"/>
                  <a:gd name="T34" fmla="*/ 850 w 1020"/>
                  <a:gd name="T35" fmla="*/ 567 h 964"/>
                  <a:gd name="T36" fmla="*/ 794 w 1020"/>
                  <a:gd name="T37" fmla="*/ 511 h 964"/>
                  <a:gd name="T38" fmla="*/ 737 w 1020"/>
                  <a:gd name="T39" fmla="*/ 511 h 964"/>
                  <a:gd name="T40" fmla="*/ 737 w 1020"/>
                  <a:gd name="T41" fmla="*/ 567 h 964"/>
                  <a:gd name="T42" fmla="*/ 623 w 1020"/>
                  <a:gd name="T43" fmla="*/ 681 h 964"/>
                  <a:gd name="T44" fmla="*/ 680 w 1020"/>
                  <a:gd name="T45" fmla="*/ 794 h 964"/>
                  <a:gd name="T46" fmla="*/ 680 w 1020"/>
                  <a:gd name="T47" fmla="*/ 851 h 964"/>
                  <a:gd name="T48" fmla="*/ 567 w 1020"/>
                  <a:gd name="T49" fmla="*/ 964 h 964"/>
                  <a:gd name="T50" fmla="*/ 510 w 1020"/>
                  <a:gd name="T51" fmla="*/ 908 h 964"/>
                  <a:gd name="T52" fmla="*/ 397 w 1020"/>
                  <a:gd name="T53" fmla="*/ 964 h 964"/>
                  <a:gd name="T54" fmla="*/ 283 w 1020"/>
                  <a:gd name="T55" fmla="*/ 908 h 964"/>
                  <a:gd name="T56" fmla="*/ 170 w 1020"/>
                  <a:gd name="T57" fmla="*/ 908 h 964"/>
                  <a:gd name="T58" fmla="*/ 113 w 1020"/>
                  <a:gd name="T59" fmla="*/ 964 h 964"/>
                  <a:gd name="T60" fmla="*/ 113 w 1020"/>
                  <a:gd name="T61" fmla="*/ 908 h 964"/>
                  <a:gd name="T62" fmla="*/ 0 w 1020"/>
                  <a:gd name="T63" fmla="*/ 851 h 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20" h="964">
                    <a:moveTo>
                      <a:pt x="0" y="851"/>
                    </a:moveTo>
                    <a:lnTo>
                      <a:pt x="0" y="681"/>
                    </a:lnTo>
                    <a:lnTo>
                      <a:pt x="56" y="737"/>
                    </a:lnTo>
                    <a:lnTo>
                      <a:pt x="227" y="624"/>
                    </a:lnTo>
                    <a:lnTo>
                      <a:pt x="283" y="624"/>
                    </a:lnTo>
                    <a:lnTo>
                      <a:pt x="340" y="567"/>
                    </a:lnTo>
                    <a:lnTo>
                      <a:pt x="283" y="511"/>
                    </a:lnTo>
                    <a:lnTo>
                      <a:pt x="340" y="454"/>
                    </a:lnTo>
                    <a:lnTo>
                      <a:pt x="397" y="511"/>
                    </a:lnTo>
                    <a:lnTo>
                      <a:pt x="567" y="341"/>
                    </a:lnTo>
                    <a:lnTo>
                      <a:pt x="680" y="284"/>
                    </a:lnTo>
                    <a:lnTo>
                      <a:pt x="794" y="114"/>
                    </a:lnTo>
                    <a:lnTo>
                      <a:pt x="907" y="0"/>
                    </a:lnTo>
                    <a:lnTo>
                      <a:pt x="1020" y="284"/>
                    </a:lnTo>
                    <a:lnTo>
                      <a:pt x="964" y="341"/>
                    </a:lnTo>
                    <a:lnTo>
                      <a:pt x="964" y="511"/>
                    </a:lnTo>
                    <a:lnTo>
                      <a:pt x="907" y="567"/>
                    </a:lnTo>
                    <a:lnTo>
                      <a:pt x="850" y="567"/>
                    </a:lnTo>
                    <a:lnTo>
                      <a:pt x="794" y="511"/>
                    </a:lnTo>
                    <a:lnTo>
                      <a:pt x="737" y="511"/>
                    </a:lnTo>
                    <a:lnTo>
                      <a:pt x="737" y="567"/>
                    </a:lnTo>
                    <a:lnTo>
                      <a:pt x="623" y="681"/>
                    </a:lnTo>
                    <a:lnTo>
                      <a:pt x="680" y="794"/>
                    </a:lnTo>
                    <a:lnTo>
                      <a:pt x="680" y="851"/>
                    </a:lnTo>
                    <a:lnTo>
                      <a:pt x="567" y="964"/>
                    </a:lnTo>
                    <a:lnTo>
                      <a:pt x="510" y="908"/>
                    </a:lnTo>
                    <a:lnTo>
                      <a:pt x="397" y="964"/>
                    </a:lnTo>
                    <a:lnTo>
                      <a:pt x="283" y="908"/>
                    </a:lnTo>
                    <a:lnTo>
                      <a:pt x="170" y="908"/>
                    </a:lnTo>
                    <a:lnTo>
                      <a:pt x="113" y="964"/>
                    </a:lnTo>
                    <a:lnTo>
                      <a:pt x="113" y="908"/>
                    </a:lnTo>
                    <a:lnTo>
                      <a:pt x="0" y="851"/>
                    </a:lnTo>
                    <a:close/>
                  </a:path>
                </a:pathLst>
              </a:custGeom>
              <a:ln>
                <a:headEnd/>
                <a:tailEnd/>
              </a:ln>
              <a:extLst/>
            </p:spPr>
            <p:style>
              <a:lnRef idx="2">
                <a:schemeClr val="accent3">
                  <a:shade val="50000"/>
                </a:schemeClr>
              </a:lnRef>
              <a:fillRef idx="1">
                <a:schemeClr val="accent3"/>
              </a:fillRef>
              <a:effectRef idx="0">
                <a:schemeClr val="accent3"/>
              </a:effectRef>
              <a:fontRef idx="minor">
                <a:schemeClr val="lt1"/>
              </a:fontRef>
            </p:style>
            <p:txBody>
              <a:bodyPr/>
              <a:lstStyle/>
              <a:p>
                <a:endParaRPr lang="ja-JP" altLang="en-US"/>
              </a:p>
            </p:txBody>
          </p:sp>
          <p:sp>
            <p:nvSpPr>
              <p:cNvPr id="171" name="Freeform 44"/>
              <p:cNvSpPr>
                <a:spLocks/>
              </p:cNvSpPr>
              <p:nvPr/>
            </p:nvSpPr>
            <p:spPr bwMode="auto">
              <a:xfrm>
                <a:off x="1828362" y="4376172"/>
                <a:ext cx="1441451" cy="1350963"/>
              </a:xfrm>
              <a:custGeom>
                <a:avLst/>
                <a:gdLst>
                  <a:gd name="T0" fmla="*/ 794 w 908"/>
                  <a:gd name="T1" fmla="*/ 284 h 851"/>
                  <a:gd name="T2" fmla="*/ 851 w 908"/>
                  <a:gd name="T3" fmla="*/ 340 h 851"/>
                  <a:gd name="T4" fmla="*/ 908 w 908"/>
                  <a:gd name="T5" fmla="*/ 454 h 851"/>
                  <a:gd name="T6" fmla="*/ 794 w 908"/>
                  <a:gd name="T7" fmla="*/ 624 h 851"/>
                  <a:gd name="T8" fmla="*/ 681 w 908"/>
                  <a:gd name="T9" fmla="*/ 681 h 851"/>
                  <a:gd name="T10" fmla="*/ 511 w 908"/>
                  <a:gd name="T11" fmla="*/ 851 h 851"/>
                  <a:gd name="T12" fmla="*/ 511 w 908"/>
                  <a:gd name="T13" fmla="*/ 681 h 851"/>
                  <a:gd name="T14" fmla="*/ 454 w 908"/>
                  <a:gd name="T15" fmla="*/ 624 h 851"/>
                  <a:gd name="T16" fmla="*/ 454 w 908"/>
                  <a:gd name="T17" fmla="*/ 567 h 851"/>
                  <a:gd name="T18" fmla="*/ 284 w 908"/>
                  <a:gd name="T19" fmla="*/ 624 h 851"/>
                  <a:gd name="T20" fmla="*/ 227 w 908"/>
                  <a:gd name="T21" fmla="*/ 681 h 851"/>
                  <a:gd name="T22" fmla="*/ 114 w 908"/>
                  <a:gd name="T23" fmla="*/ 681 h 851"/>
                  <a:gd name="T24" fmla="*/ 170 w 908"/>
                  <a:gd name="T25" fmla="*/ 624 h 851"/>
                  <a:gd name="T26" fmla="*/ 170 w 908"/>
                  <a:gd name="T27" fmla="*/ 567 h 851"/>
                  <a:gd name="T28" fmla="*/ 57 w 908"/>
                  <a:gd name="T29" fmla="*/ 510 h 851"/>
                  <a:gd name="T30" fmla="*/ 0 w 908"/>
                  <a:gd name="T31" fmla="*/ 567 h 851"/>
                  <a:gd name="T32" fmla="*/ 0 w 908"/>
                  <a:gd name="T33" fmla="*/ 397 h 851"/>
                  <a:gd name="T34" fmla="*/ 114 w 908"/>
                  <a:gd name="T35" fmla="*/ 454 h 851"/>
                  <a:gd name="T36" fmla="*/ 114 w 908"/>
                  <a:gd name="T37" fmla="*/ 284 h 851"/>
                  <a:gd name="T38" fmla="*/ 341 w 908"/>
                  <a:gd name="T39" fmla="*/ 284 h 851"/>
                  <a:gd name="T40" fmla="*/ 454 w 908"/>
                  <a:gd name="T41" fmla="*/ 227 h 851"/>
                  <a:gd name="T42" fmla="*/ 567 w 908"/>
                  <a:gd name="T43" fmla="*/ 227 h 851"/>
                  <a:gd name="T44" fmla="*/ 624 w 908"/>
                  <a:gd name="T45" fmla="*/ 170 h 851"/>
                  <a:gd name="T46" fmla="*/ 624 w 908"/>
                  <a:gd name="T47" fmla="*/ 114 h 851"/>
                  <a:gd name="T48" fmla="*/ 624 w 908"/>
                  <a:gd name="T49" fmla="*/ 57 h 851"/>
                  <a:gd name="T50" fmla="*/ 681 w 908"/>
                  <a:gd name="T51" fmla="*/ 0 h 851"/>
                  <a:gd name="T52" fmla="*/ 737 w 908"/>
                  <a:gd name="T53" fmla="*/ 114 h 851"/>
                  <a:gd name="T54" fmla="*/ 794 w 908"/>
                  <a:gd name="T55" fmla="*/ 114 h 851"/>
                  <a:gd name="T56" fmla="*/ 794 w 908"/>
                  <a:gd name="T57" fmla="*/ 284 h 8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08" h="851">
                    <a:moveTo>
                      <a:pt x="794" y="284"/>
                    </a:moveTo>
                    <a:lnTo>
                      <a:pt x="851" y="340"/>
                    </a:lnTo>
                    <a:lnTo>
                      <a:pt x="908" y="454"/>
                    </a:lnTo>
                    <a:lnTo>
                      <a:pt x="794" y="624"/>
                    </a:lnTo>
                    <a:lnTo>
                      <a:pt x="681" y="681"/>
                    </a:lnTo>
                    <a:lnTo>
                      <a:pt x="511" y="851"/>
                    </a:lnTo>
                    <a:lnTo>
                      <a:pt x="511" y="681"/>
                    </a:lnTo>
                    <a:lnTo>
                      <a:pt x="454" y="624"/>
                    </a:lnTo>
                    <a:lnTo>
                      <a:pt x="454" y="567"/>
                    </a:lnTo>
                    <a:lnTo>
                      <a:pt x="284" y="624"/>
                    </a:lnTo>
                    <a:lnTo>
                      <a:pt x="227" y="681"/>
                    </a:lnTo>
                    <a:lnTo>
                      <a:pt x="114" y="681"/>
                    </a:lnTo>
                    <a:lnTo>
                      <a:pt x="170" y="624"/>
                    </a:lnTo>
                    <a:lnTo>
                      <a:pt x="170" y="567"/>
                    </a:lnTo>
                    <a:lnTo>
                      <a:pt x="57" y="510"/>
                    </a:lnTo>
                    <a:lnTo>
                      <a:pt x="0" y="567"/>
                    </a:lnTo>
                    <a:lnTo>
                      <a:pt x="0" y="397"/>
                    </a:lnTo>
                    <a:lnTo>
                      <a:pt x="114" y="454"/>
                    </a:lnTo>
                    <a:lnTo>
                      <a:pt x="114" y="284"/>
                    </a:lnTo>
                    <a:lnTo>
                      <a:pt x="341" y="284"/>
                    </a:lnTo>
                    <a:lnTo>
                      <a:pt x="454" y="227"/>
                    </a:lnTo>
                    <a:lnTo>
                      <a:pt x="567" y="227"/>
                    </a:lnTo>
                    <a:lnTo>
                      <a:pt x="624" y="170"/>
                    </a:lnTo>
                    <a:lnTo>
                      <a:pt x="624" y="114"/>
                    </a:lnTo>
                    <a:lnTo>
                      <a:pt x="624" y="57"/>
                    </a:lnTo>
                    <a:lnTo>
                      <a:pt x="681" y="0"/>
                    </a:lnTo>
                    <a:lnTo>
                      <a:pt x="737" y="114"/>
                    </a:lnTo>
                    <a:lnTo>
                      <a:pt x="794" y="114"/>
                    </a:lnTo>
                    <a:lnTo>
                      <a:pt x="794" y="284"/>
                    </a:lnTo>
                    <a:close/>
                  </a:path>
                </a:pathLst>
              </a:custGeom>
              <a:ln>
                <a:headEnd/>
                <a:tailEnd/>
              </a:ln>
              <a:extLst/>
            </p:spPr>
            <p:style>
              <a:lnRef idx="2">
                <a:schemeClr val="accent3">
                  <a:shade val="50000"/>
                </a:schemeClr>
              </a:lnRef>
              <a:fillRef idx="1">
                <a:schemeClr val="accent3"/>
              </a:fillRef>
              <a:effectRef idx="0">
                <a:schemeClr val="accent3"/>
              </a:effectRef>
              <a:fontRef idx="minor">
                <a:schemeClr val="lt1"/>
              </a:fontRef>
            </p:style>
            <p:txBody>
              <a:bodyPr/>
              <a:lstStyle/>
              <a:p>
                <a:endParaRPr lang="ja-JP" altLang="en-US"/>
              </a:p>
            </p:txBody>
          </p:sp>
          <p:sp>
            <p:nvSpPr>
              <p:cNvPr id="172" name="Freeform 45"/>
              <p:cNvSpPr>
                <a:spLocks/>
              </p:cNvSpPr>
              <p:nvPr/>
            </p:nvSpPr>
            <p:spPr bwMode="auto">
              <a:xfrm>
                <a:off x="1648974" y="5185797"/>
                <a:ext cx="990600" cy="900114"/>
              </a:xfrm>
              <a:custGeom>
                <a:avLst/>
                <a:gdLst>
                  <a:gd name="T0" fmla="*/ 113 w 624"/>
                  <a:gd name="T1" fmla="*/ 57 h 567"/>
                  <a:gd name="T2" fmla="*/ 170 w 624"/>
                  <a:gd name="T3" fmla="*/ 0 h 567"/>
                  <a:gd name="T4" fmla="*/ 283 w 624"/>
                  <a:gd name="T5" fmla="*/ 57 h 567"/>
                  <a:gd name="T6" fmla="*/ 283 w 624"/>
                  <a:gd name="T7" fmla="*/ 114 h 567"/>
                  <a:gd name="T8" fmla="*/ 227 w 624"/>
                  <a:gd name="T9" fmla="*/ 171 h 567"/>
                  <a:gd name="T10" fmla="*/ 340 w 624"/>
                  <a:gd name="T11" fmla="*/ 171 h 567"/>
                  <a:gd name="T12" fmla="*/ 397 w 624"/>
                  <a:gd name="T13" fmla="*/ 114 h 567"/>
                  <a:gd name="T14" fmla="*/ 567 w 624"/>
                  <a:gd name="T15" fmla="*/ 57 h 567"/>
                  <a:gd name="T16" fmla="*/ 567 w 624"/>
                  <a:gd name="T17" fmla="*/ 114 h 567"/>
                  <a:gd name="T18" fmla="*/ 624 w 624"/>
                  <a:gd name="T19" fmla="*/ 171 h 567"/>
                  <a:gd name="T20" fmla="*/ 624 w 624"/>
                  <a:gd name="T21" fmla="*/ 341 h 567"/>
                  <a:gd name="T22" fmla="*/ 567 w 624"/>
                  <a:gd name="T23" fmla="*/ 284 h 567"/>
                  <a:gd name="T24" fmla="*/ 510 w 624"/>
                  <a:gd name="T25" fmla="*/ 341 h 567"/>
                  <a:gd name="T26" fmla="*/ 567 w 624"/>
                  <a:gd name="T27" fmla="*/ 397 h 567"/>
                  <a:gd name="T28" fmla="*/ 510 w 624"/>
                  <a:gd name="T29" fmla="*/ 454 h 567"/>
                  <a:gd name="T30" fmla="*/ 454 w 624"/>
                  <a:gd name="T31" fmla="*/ 454 h 567"/>
                  <a:gd name="T32" fmla="*/ 283 w 624"/>
                  <a:gd name="T33" fmla="*/ 567 h 567"/>
                  <a:gd name="T34" fmla="*/ 227 w 624"/>
                  <a:gd name="T35" fmla="*/ 511 h 567"/>
                  <a:gd name="T36" fmla="*/ 113 w 624"/>
                  <a:gd name="T37" fmla="*/ 454 h 567"/>
                  <a:gd name="T38" fmla="*/ 0 w 624"/>
                  <a:gd name="T39" fmla="*/ 397 h 567"/>
                  <a:gd name="T40" fmla="*/ 57 w 624"/>
                  <a:gd name="T41" fmla="*/ 341 h 567"/>
                  <a:gd name="T42" fmla="*/ 57 w 624"/>
                  <a:gd name="T43" fmla="*/ 284 h 567"/>
                  <a:gd name="T44" fmla="*/ 113 w 624"/>
                  <a:gd name="T45" fmla="*/ 171 h 567"/>
                  <a:gd name="T46" fmla="*/ 113 w 624"/>
                  <a:gd name="T47" fmla="*/ 114 h 567"/>
                  <a:gd name="T48" fmla="*/ 113 w 624"/>
                  <a:gd name="T49" fmla="*/ 57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24" h="567">
                    <a:moveTo>
                      <a:pt x="113" y="57"/>
                    </a:moveTo>
                    <a:lnTo>
                      <a:pt x="170" y="0"/>
                    </a:lnTo>
                    <a:lnTo>
                      <a:pt x="283" y="57"/>
                    </a:lnTo>
                    <a:lnTo>
                      <a:pt x="283" y="114"/>
                    </a:lnTo>
                    <a:lnTo>
                      <a:pt x="227" y="171"/>
                    </a:lnTo>
                    <a:lnTo>
                      <a:pt x="340" y="171"/>
                    </a:lnTo>
                    <a:lnTo>
                      <a:pt x="397" y="114"/>
                    </a:lnTo>
                    <a:lnTo>
                      <a:pt x="567" y="57"/>
                    </a:lnTo>
                    <a:lnTo>
                      <a:pt x="567" y="114"/>
                    </a:lnTo>
                    <a:lnTo>
                      <a:pt x="624" y="171"/>
                    </a:lnTo>
                    <a:lnTo>
                      <a:pt x="624" y="341"/>
                    </a:lnTo>
                    <a:lnTo>
                      <a:pt x="567" y="284"/>
                    </a:lnTo>
                    <a:lnTo>
                      <a:pt x="510" y="341"/>
                    </a:lnTo>
                    <a:lnTo>
                      <a:pt x="567" y="397"/>
                    </a:lnTo>
                    <a:lnTo>
                      <a:pt x="510" y="454"/>
                    </a:lnTo>
                    <a:lnTo>
                      <a:pt x="454" y="454"/>
                    </a:lnTo>
                    <a:lnTo>
                      <a:pt x="283" y="567"/>
                    </a:lnTo>
                    <a:lnTo>
                      <a:pt x="227" y="511"/>
                    </a:lnTo>
                    <a:lnTo>
                      <a:pt x="113" y="454"/>
                    </a:lnTo>
                    <a:lnTo>
                      <a:pt x="0" y="397"/>
                    </a:lnTo>
                    <a:lnTo>
                      <a:pt x="57" y="341"/>
                    </a:lnTo>
                    <a:lnTo>
                      <a:pt x="57" y="284"/>
                    </a:lnTo>
                    <a:lnTo>
                      <a:pt x="113" y="171"/>
                    </a:lnTo>
                    <a:lnTo>
                      <a:pt x="113" y="114"/>
                    </a:lnTo>
                    <a:lnTo>
                      <a:pt x="113" y="57"/>
                    </a:lnTo>
                    <a:close/>
                  </a:path>
                </a:pathLst>
              </a:custGeom>
              <a:ln>
                <a:headEnd/>
                <a:tailEnd/>
              </a:ln>
              <a:extLst/>
            </p:spPr>
            <p:style>
              <a:lnRef idx="2">
                <a:schemeClr val="accent3">
                  <a:shade val="50000"/>
                </a:schemeClr>
              </a:lnRef>
              <a:fillRef idx="1">
                <a:schemeClr val="accent3"/>
              </a:fillRef>
              <a:effectRef idx="0">
                <a:schemeClr val="accent3"/>
              </a:effectRef>
              <a:fontRef idx="minor">
                <a:schemeClr val="lt1"/>
              </a:fontRef>
            </p:style>
            <p:txBody>
              <a:bodyPr/>
              <a:lstStyle/>
              <a:p>
                <a:endParaRPr lang="ja-JP" altLang="en-US"/>
              </a:p>
            </p:txBody>
          </p:sp>
          <p:sp>
            <p:nvSpPr>
              <p:cNvPr id="173" name="Freeform 46"/>
              <p:cNvSpPr>
                <a:spLocks/>
              </p:cNvSpPr>
              <p:nvPr/>
            </p:nvSpPr>
            <p:spPr bwMode="auto">
              <a:xfrm>
                <a:off x="928249" y="5546160"/>
                <a:ext cx="1081088" cy="1350963"/>
              </a:xfrm>
              <a:custGeom>
                <a:avLst/>
                <a:gdLst>
                  <a:gd name="T0" fmla="*/ 454 w 681"/>
                  <a:gd name="T1" fmla="*/ 170 h 851"/>
                  <a:gd name="T2" fmla="*/ 397 w 681"/>
                  <a:gd name="T3" fmla="*/ 114 h 851"/>
                  <a:gd name="T4" fmla="*/ 284 w 681"/>
                  <a:gd name="T5" fmla="*/ 57 h 851"/>
                  <a:gd name="T6" fmla="*/ 170 w 681"/>
                  <a:gd name="T7" fmla="*/ 114 h 851"/>
                  <a:gd name="T8" fmla="*/ 170 w 681"/>
                  <a:gd name="T9" fmla="*/ 0 h 851"/>
                  <a:gd name="T10" fmla="*/ 114 w 681"/>
                  <a:gd name="T11" fmla="*/ 57 h 851"/>
                  <a:gd name="T12" fmla="*/ 170 w 681"/>
                  <a:gd name="T13" fmla="*/ 170 h 851"/>
                  <a:gd name="T14" fmla="*/ 0 w 681"/>
                  <a:gd name="T15" fmla="*/ 170 h 851"/>
                  <a:gd name="T16" fmla="*/ 0 w 681"/>
                  <a:gd name="T17" fmla="*/ 227 h 851"/>
                  <a:gd name="T18" fmla="*/ 57 w 681"/>
                  <a:gd name="T19" fmla="*/ 284 h 851"/>
                  <a:gd name="T20" fmla="*/ 114 w 681"/>
                  <a:gd name="T21" fmla="*/ 284 h 851"/>
                  <a:gd name="T22" fmla="*/ 227 w 681"/>
                  <a:gd name="T23" fmla="*/ 454 h 851"/>
                  <a:gd name="T24" fmla="*/ 170 w 681"/>
                  <a:gd name="T25" fmla="*/ 511 h 851"/>
                  <a:gd name="T26" fmla="*/ 170 w 681"/>
                  <a:gd name="T27" fmla="*/ 681 h 851"/>
                  <a:gd name="T28" fmla="*/ 170 w 681"/>
                  <a:gd name="T29" fmla="*/ 794 h 851"/>
                  <a:gd name="T30" fmla="*/ 227 w 681"/>
                  <a:gd name="T31" fmla="*/ 851 h 851"/>
                  <a:gd name="T32" fmla="*/ 341 w 681"/>
                  <a:gd name="T33" fmla="*/ 794 h 851"/>
                  <a:gd name="T34" fmla="*/ 397 w 681"/>
                  <a:gd name="T35" fmla="*/ 737 h 851"/>
                  <a:gd name="T36" fmla="*/ 567 w 681"/>
                  <a:gd name="T37" fmla="*/ 737 h 851"/>
                  <a:gd name="T38" fmla="*/ 511 w 681"/>
                  <a:gd name="T39" fmla="*/ 681 h 851"/>
                  <a:gd name="T40" fmla="*/ 454 w 681"/>
                  <a:gd name="T41" fmla="*/ 567 h 851"/>
                  <a:gd name="T42" fmla="*/ 511 w 681"/>
                  <a:gd name="T43" fmla="*/ 567 h 851"/>
                  <a:gd name="T44" fmla="*/ 511 w 681"/>
                  <a:gd name="T45" fmla="*/ 454 h 851"/>
                  <a:gd name="T46" fmla="*/ 681 w 681"/>
                  <a:gd name="T47" fmla="*/ 511 h 851"/>
                  <a:gd name="T48" fmla="*/ 681 w 681"/>
                  <a:gd name="T49" fmla="*/ 454 h 851"/>
                  <a:gd name="T50" fmla="*/ 681 w 681"/>
                  <a:gd name="T51" fmla="*/ 284 h 851"/>
                  <a:gd name="T52" fmla="*/ 454 w 681"/>
                  <a:gd name="T53" fmla="*/ 170 h 8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1" h="851">
                    <a:moveTo>
                      <a:pt x="454" y="170"/>
                    </a:moveTo>
                    <a:lnTo>
                      <a:pt x="397" y="114"/>
                    </a:lnTo>
                    <a:lnTo>
                      <a:pt x="284" y="57"/>
                    </a:lnTo>
                    <a:lnTo>
                      <a:pt x="170" y="114"/>
                    </a:lnTo>
                    <a:lnTo>
                      <a:pt x="170" y="0"/>
                    </a:lnTo>
                    <a:lnTo>
                      <a:pt x="114" y="57"/>
                    </a:lnTo>
                    <a:lnTo>
                      <a:pt x="170" y="170"/>
                    </a:lnTo>
                    <a:lnTo>
                      <a:pt x="0" y="170"/>
                    </a:lnTo>
                    <a:lnTo>
                      <a:pt x="0" y="227"/>
                    </a:lnTo>
                    <a:lnTo>
                      <a:pt x="57" y="284"/>
                    </a:lnTo>
                    <a:lnTo>
                      <a:pt x="114" y="284"/>
                    </a:lnTo>
                    <a:lnTo>
                      <a:pt x="227" y="454"/>
                    </a:lnTo>
                    <a:lnTo>
                      <a:pt x="170" y="511"/>
                    </a:lnTo>
                    <a:lnTo>
                      <a:pt x="170" y="681"/>
                    </a:lnTo>
                    <a:lnTo>
                      <a:pt x="170" y="794"/>
                    </a:lnTo>
                    <a:lnTo>
                      <a:pt x="227" y="851"/>
                    </a:lnTo>
                    <a:lnTo>
                      <a:pt x="341" y="794"/>
                    </a:lnTo>
                    <a:lnTo>
                      <a:pt x="397" y="737"/>
                    </a:lnTo>
                    <a:lnTo>
                      <a:pt x="567" y="737"/>
                    </a:lnTo>
                    <a:lnTo>
                      <a:pt x="511" y="681"/>
                    </a:lnTo>
                    <a:lnTo>
                      <a:pt x="454" y="567"/>
                    </a:lnTo>
                    <a:lnTo>
                      <a:pt x="511" y="567"/>
                    </a:lnTo>
                    <a:lnTo>
                      <a:pt x="511" y="454"/>
                    </a:lnTo>
                    <a:lnTo>
                      <a:pt x="681" y="511"/>
                    </a:lnTo>
                    <a:lnTo>
                      <a:pt x="681" y="454"/>
                    </a:lnTo>
                    <a:lnTo>
                      <a:pt x="681" y="284"/>
                    </a:lnTo>
                    <a:lnTo>
                      <a:pt x="454" y="170"/>
                    </a:lnTo>
                    <a:close/>
                  </a:path>
                </a:pathLst>
              </a:custGeom>
              <a:ln>
                <a:headEnd/>
                <a:tailEnd/>
              </a:ln>
              <a:extLst/>
            </p:spPr>
            <p:style>
              <a:lnRef idx="2">
                <a:schemeClr val="accent3">
                  <a:shade val="50000"/>
                </a:schemeClr>
              </a:lnRef>
              <a:fillRef idx="1">
                <a:schemeClr val="accent3"/>
              </a:fillRef>
              <a:effectRef idx="0">
                <a:schemeClr val="accent3"/>
              </a:effectRef>
              <a:fontRef idx="minor">
                <a:schemeClr val="lt1"/>
              </a:fontRef>
            </p:style>
            <p:txBody>
              <a:bodyPr/>
              <a:lstStyle/>
              <a:p>
                <a:endParaRPr lang="ja-JP" altLang="en-US"/>
              </a:p>
            </p:txBody>
          </p:sp>
          <p:sp>
            <p:nvSpPr>
              <p:cNvPr id="175" name="Freeform 53"/>
              <p:cNvSpPr>
                <a:spLocks/>
              </p:cNvSpPr>
              <p:nvPr/>
            </p:nvSpPr>
            <p:spPr bwMode="auto">
              <a:xfrm>
                <a:off x="748861" y="5997009"/>
                <a:ext cx="539750" cy="719139"/>
              </a:xfrm>
              <a:custGeom>
                <a:avLst/>
                <a:gdLst>
                  <a:gd name="T0" fmla="*/ 170 w 340"/>
                  <a:gd name="T1" fmla="*/ 0 h 453"/>
                  <a:gd name="T2" fmla="*/ 227 w 340"/>
                  <a:gd name="T3" fmla="*/ 0 h 453"/>
                  <a:gd name="T4" fmla="*/ 340 w 340"/>
                  <a:gd name="T5" fmla="*/ 170 h 453"/>
                  <a:gd name="T6" fmla="*/ 283 w 340"/>
                  <a:gd name="T7" fmla="*/ 227 h 453"/>
                  <a:gd name="T8" fmla="*/ 283 w 340"/>
                  <a:gd name="T9" fmla="*/ 397 h 453"/>
                  <a:gd name="T10" fmla="*/ 227 w 340"/>
                  <a:gd name="T11" fmla="*/ 453 h 453"/>
                  <a:gd name="T12" fmla="*/ 57 w 340"/>
                  <a:gd name="T13" fmla="*/ 340 h 453"/>
                  <a:gd name="T14" fmla="*/ 113 w 340"/>
                  <a:gd name="T15" fmla="*/ 170 h 453"/>
                  <a:gd name="T16" fmla="*/ 0 w 340"/>
                  <a:gd name="T17" fmla="*/ 113 h 453"/>
                  <a:gd name="T18" fmla="*/ 0 w 340"/>
                  <a:gd name="T19" fmla="*/ 56 h 453"/>
                  <a:gd name="T20" fmla="*/ 113 w 340"/>
                  <a:gd name="T21" fmla="*/ 113 h 453"/>
                  <a:gd name="T22" fmla="*/ 170 w 340"/>
                  <a:gd name="T23" fmla="*/ 0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0" h="453">
                    <a:moveTo>
                      <a:pt x="170" y="0"/>
                    </a:moveTo>
                    <a:lnTo>
                      <a:pt x="227" y="0"/>
                    </a:lnTo>
                    <a:lnTo>
                      <a:pt x="340" y="170"/>
                    </a:lnTo>
                    <a:lnTo>
                      <a:pt x="283" y="227"/>
                    </a:lnTo>
                    <a:lnTo>
                      <a:pt x="283" y="397"/>
                    </a:lnTo>
                    <a:lnTo>
                      <a:pt x="227" y="453"/>
                    </a:lnTo>
                    <a:lnTo>
                      <a:pt x="57" y="340"/>
                    </a:lnTo>
                    <a:lnTo>
                      <a:pt x="113" y="170"/>
                    </a:lnTo>
                    <a:lnTo>
                      <a:pt x="0" y="113"/>
                    </a:lnTo>
                    <a:lnTo>
                      <a:pt x="0" y="56"/>
                    </a:lnTo>
                    <a:lnTo>
                      <a:pt x="113" y="113"/>
                    </a:lnTo>
                    <a:lnTo>
                      <a:pt x="170" y="0"/>
                    </a:lnTo>
                    <a:close/>
                  </a:path>
                </a:pathLst>
              </a:custGeom>
              <a:ln>
                <a:headEnd/>
                <a:tailEnd/>
              </a:ln>
              <a:extLst/>
            </p:spPr>
            <p:style>
              <a:lnRef idx="2">
                <a:schemeClr val="accent3">
                  <a:shade val="50000"/>
                </a:schemeClr>
              </a:lnRef>
              <a:fillRef idx="1">
                <a:schemeClr val="accent3"/>
              </a:fillRef>
              <a:effectRef idx="0">
                <a:schemeClr val="accent3"/>
              </a:effectRef>
              <a:fontRef idx="minor">
                <a:schemeClr val="lt1"/>
              </a:fontRef>
            </p:style>
            <p:txBody>
              <a:bodyPr/>
              <a:lstStyle/>
              <a:p>
                <a:endParaRPr lang="ja-JP" altLang="en-US"/>
              </a:p>
            </p:txBody>
          </p:sp>
          <p:sp>
            <p:nvSpPr>
              <p:cNvPr id="176" name="Freeform 55"/>
              <p:cNvSpPr>
                <a:spLocks/>
              </p:cNvSpPr>
              <p:nvPr/>
            </p:nvSpPr>
            <p:spPr bwMode="auto">
              <a:xfrm>
                <a:off x="1018737" y="4285683"/>
                <a:ext cx="990600" cy="1530351"/>
              </a:xfrm>
              <a:custGeom>
                <a:avLst/>
                <a:gdLst>
                  <a:gd name="T0" fmla="*/ 0 w 624"/>
                  <a:gd name="T1" fmla="*/ 738 h 964"/>
                  <a:gd name="T2" fmla="*/ 57 w 624"/>
                  <a:gd name="T3" fmla="*/ 624 h 964"/>
                  <a:gd name="T4" fmla="*/ 0 w 624"/>
                  <a:gd name="T5" fmla="*/ 511 h 964"/>
                  <a:gd name="T6" fmla="*/ 57 w 624"/>
                  <a:gd name="T7" fmla="*/ 454 h 964"/>
                  <a:gd name="T8" fmla="*/ 57 w 624"/>
                  <a:gd name="T9" fmla="*/ 341 h 964"/>
                  <a:gd name="T10" fmla="*/ 57 w 624"/>
                  <a:gd name="T11" fmla="*/ 284 h 964"/>
                  <a:gd name="T12" fmla="*/ 170 w 624"/>
                  <a:gd name="T13" fmla="*/ 171 h 964"/>
                  <a:gd name="T14" fmla="*/ 284 w 624"/>
                  <a:gd name="T15" fmla="*/ 0 h 964"/>
                  <a:gd name="T16" fmla="*/ 340 w 624"/>
                  <a:gd name="T17" fmla="*/ 57 h 964"/>
                  <a:gd name="T18" fmla="*/ 340 w 624"/>
                  <a:gd name="T19" fmla="*/ 171 h 964"/>
                  <a:gd name="T20" fmla="*/ 454 w 624"/>
                  <a:gd name="T21" fmla="*/ 227 h 964"/>
                  <a:gd name="T22" fmla="*/ 454 w 624"/>
                  <a:gd name="T23" fmla="*/ 284 h 964"/>
                  <a:gd name="T24" fmla="*/ 624 w 624"/>
                  <a:gd name="T25" fmla="*/ 341 h 964"/>
                  <a:gd name="T26" fmla="*/ 624 w 624"/>
                  <a:gd name="T27" fmla="*/ 511 h 964"/>
                  <a:gd name="T28" fmla="*/ 510 w 624"/>
                  <a:gd name="T29" fmla="*/ 454 h 964"/>
                  <a:gd name="T30" fmla="*/ 510 w 624"/>
                  <a:gd name="T31" fmla="*/ 738 h 964"/>
                  <a:gd name="T32" fmla="*/ 454 w 624"/>
                  <a:gd name="T33" fmla="*/ 794 h 964"/>
                  <a:gd name="T34" fmla="*/ 454 w 624"/>
                  <a:gd name="T35" fmla="*/ 908 h 964"/>
                  <a:gd name="T36" fmla="*/ 397 w 624"/>
                  <a:gd name="T37" fmla="*/ 964 h 964"/>
                  <a:gd name="T38" fmla="*/ 340 w 624"/>
                  <a:gd name="T39" fmla="*/ 908 h 964"/>
                  <a:gd name="T40" fmla="*/ 227 w 624"/>
                  <a:gd name="T41" fmla="*/ 851 h 964"/>
                  <a:gd name="T42" fmla="*/ 113 w 624"/>
                  <a:gd name="T43" fmla="*/ 908 h 964"/>
                  <a:gd name="T44" fmla="*/ 113 w 624"/>
                  <a:gd name="T45" fmla="*/ 794 h 964"/>
                  <a:gd name="T46" fmla="*/ 0 w 624"/>
                  <a:gd name="T47" fmla="*/ 738 h 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24" h="964">
                    <a:moveTo>
                      <a:pt x="0" y="738"/>
                    </a:moveTo>
                    <a:lnTo>
                      <a:pt x="57" y="624"/>
                    </a:lnTo>
                    <a:lnTo>
                      <a:pt x="0" y="511"/>
                    </a:lnTo>
                    <a:lnTo>
                      <a:pt x="57" y="454"/>
                    </a:lnTo>
                    <a:lnTo>
                      <a:pt x="57" y="341"/>
                    </a:lnTo>
                    <a:lnTo>
                      <a:pt x="57" y="284"/>
                    </a:lnTo>
                    <a:lnTo>
                      <a:pt x="170" y="171"/>
                    </a:lnTo>
                    <a:lnTo>
                      <a:pt x="284" y="0"/>
                    </a:lnTo>
                    <a:lnTo>
                      <a:pt x="340" y="57"/>
                    </a:lnTo>
                    <a:lnTo>
                      <a:pt x="340" y="171"/>
                    </a:lnTo>
                    <a:lnTo>
                      <a:pt x="454" y="227"/>
                    </a:lnTo>
                    <a:lnTo>
                      <a:pt x="454" y="284"/>
                    </a:lnTo>
                    <a:lnTo>
                      <a:pt x="624" y="341"/>
                    </a:lnTo>
                    <a:lnTo>
                      <a:pt x="624" y="511"/>
                    </a:lnTo>
                    <a:lnTo>
                      <a:pt x="510" y="454"/>
                    </a:lnTo>
                    <a:lnTo>
                      <a:pt x="510" y="738"/>
                    </a:lnTo>
                    <a:lnTo>
                      <a:pt x="454" y="794"/>
                    </a:lnTo>
                    <a:lnTo>
                      <a:pt x="454" y="908"/>
                    </a:lnTo>
                    <a:lnTo>
                      <a:pt x="397" y="964"/>
                    </a:lnTo>
                    <a:lnTo>
                      <a:pt x="340" y="908"/>
                    </a:lnTo>
                    <a:lnTo>
                      <a:pt x="227" y="851"/>
                    </a:lnTo>
                    <a:lnTo>
                      <a:pt x="113" y="908"/>
                    </a:lnTo>
                    <a:lnTo>
                      <a:pt x="113" y="794"/>
                    </a:lnTo>
                    <a:lnTo>
                      <a:pt x="0" y="738"/>
                    </a:lnTo>
                    <a:close/>
                  </a:path>
                </a:pathLst>
              </a:custGeom>
              <a:ln>
                <a:headEnd/>
                <a:tailEnd/>
              </a:ln>
              <a:extLst/>
            </p:spPr>
            <p:style>
              <a:lnRef idx="2">
                <a:schemeClr val="accent3">
                  <a:shade val="50000"/>
                </a:schemeClr>
              </a:lnRef>
              <a:fillRef idx="1">
                <a:schemeClr val="accent3"/>
              </a:fillRef>
              <a:effectRef idx="0">
                <a:schemeClr val="accent3"/>
              </a:effectRef>
              <a:fontRef idx="minor">
                <a:schemeClr val="lt1"/>
              </a:fontRef>
            </p:style>
            <p:txBody>
              <a:bodyPr/>
              <a:lstStyle/>
              <a:p>
                <a:endParaRPr lang="ja-JP" altLang="en-US"/>
              </a:p>
            </p:txBody>
          </p:sp>
          <p:sp>
            <p:nvSpPr>
              <p:cNvPr id="178" name="Freeform 63"/>
              <p:cNvSpPr>
                <a:spLocks/>
              </p:cNvSpPr>
              <p:nvPr/>
            </p:nvSpPr>
            <p:spPr bwMode="auto">
              <a:xfrm>
                <a:off x="1648974" y="6716145"/>
                <a:ext cx="1079501" cy="720725"/>
              </a:xfrm>
              <a:custGeom>
                <a:avLst/>
                <a:gdLst>
                  <a:gd name="T0" fmla="*/ 680 w 680"/>
                  <a:gd name="T1" fmla="*/ 397 h 454"/>
                  <a:gd name="T2" fmla="*/ 624 w 680"/>
                  <a:gd name="T3" fmla="*/ 341 h 454"/>
                  <a:gd name="T4" fmla="*/ 454 w 680"/>
                  <a:gd name="T5" fmla="*/ 341 h 454"/>
                  <a:gd name="T6" fmla="*/ 340 w 680"/>
                  <a:gd name="T7" fmla="*/ 57 h 454"/>
                  <a:gd name="T8" fmla="*/ 283 w 680"/>
                  <a:gd name="T9" fmla="*/ 57 h 454"/>
                  <a:gd name="T10" fmla="*/ 227 w 680"/>
                  <a:gd name="T11" fmla="*/ 170 h 454"/>
                  <a:gd name="T12" fmla="*/ 170 w 680"/>
                  <a:gd name="T13" fmla="*/ 114 h 454"/>
                  <a:gd name="T14" fmla="*/ 170 w 680"/>
                  <a:gd name="T15" fmla="*/ 57 h 454"/>
                  <a:gd name="T16" fmla="*/ 113 w 680"/>
                  <a:gd name="T17" fmla="*/ 0 h 454"/>
                  <a:gd name="T18" fmla="*/ 0 w 680"/>
                  <a:gd name="T19" fmla="*/ 170 h 454"/>
                  <a:gd name="T20" fmla="*/ 397 w 680"/>
                  <a:gd name="T21" fmla="*/ 454 h 454"/>
                  <a:gd name="T22" fmla="*/ 567 w 680"/>
                  <a:gd name="T23" fmla="*/ 454 h 454"/>
                  <a:gd name="T24" fmla="*/ 680 w 680"/>
                  <a:gd name="T25" fmla="*/ 397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0" h="454">
                    <a:moveTo>
                      <a:pt x="680" y="397"/>
                    </a:moveTo>
                    <a:lnTo>
                      <a:pt x="624" y="341"/>
                    </a:lnTo>
                    <a:lnTo>
                      <a:pt x="454" y="341"/>
                    </a:lnTo>
                    <a:lnTo>
                      <a:pt x="340" y="57"/>
                    </a:lnTo>
                    <a:lnTo>
                      <a:pt x="283" y="57"/>
                    </a:lnTo>
                    <a:lnTo>
                      <a:pt x="227" y="170"/>
                    </a:lnTo>
                    <a:lnTo>
                      <a:pt x="170" y="114"/>
                    </a:lnTo>
                    <a:lnTo>
                      <a:pt x="170" y="57"/>
                    </a:lnTo>
                    <a:lnTo>
                      <a:pt x="113" y="0"/>
                    </a:lnTo>
                    <a:lnTo>
                      <a:pt x="0" y="170"/>
                    </a:lnTo>
                    <a:lnTo>
                      <a:pt x="397" y="454"/>
                    </a:lnTo>
                    <a:lnTo>
                      <a:pt x="567" y="454"/>
                    </a:lnTo>
                    <a:lnTo>
                      <a:pt x="680" y="397"/>
                    </a:lnTo>
                    <a:close/>
                  </a:path>
                </a:pathLst>
              </a:custGeom>
              <a:ln>
                <a:headEnd/>
                <a:tailEnd/>
              </a:ln>
              <a:extLst/>
            </p:spPr>
            <p:style>
              <a:lnRef idx="2">
                <a:schemeClr val="accent3">
                  <a:shade val="50000"/>
                </a:schemeClr>
              </a:lnRef>
              <a:fillRef idx="1">
                <a:schemeClr val="accent3"/>
              </a:fillRef>
              <a:effectRef idx="0">
                <a:schemeClr val="accent3"/>
              </a:effectRef>
              <a:fontRef idx="minor">
                <a:schemeClr val="lt1"/>
              </a:fontRef>
            </p:style>
            <p:txBody>
              <a:bodyPr/>
              <a:lstStyle/>
              <a:p>
                <a:endParaRPr lang="ja-JP" altLang="en-US"/>
              </a:p>
            </p:txBody>
          </p:sp>
          <p:sp>
            <p:nvSpPr>
              <p:cNvPr id="179" name="Freeform 64"/>
              <p:cNvSpPr>
                <a:spLocks/>
              </p:cNvSpPr>
              <p:nvPr/>
            </p:nvSpPr>
            <p:spPr bwMode="auto">
              <a:xfrm>
                <a:off x="1379099" y="6716145"/>
                <a:ext cx="449263" cy="360363"/>
              </a:xfrm>
              <a:custGeom>
                <a:avLst/>
                <a:gdLst>
                  <a:gd name="T0" fmla="*/ 283 w 283"/>
                  <a:gd name="T1" fmla="*/ 0 h 227"/>
                  <a:gd name="T2" fmla="*/ 170 w 283"/>
                  <a:gd name="T3" fmla="*/ 170 h 227"/>
                  <a:gd name="T4" fmla="*/ 170 w 283"/>
                  <a:gd name="T5" fmla="*/ 227 h 227"/>
                  <a:gd name="T6" fmla="*/ 0 w 283"/>
                  <a:gd name="T7" fmla="*/ 170 h 227"/>
                  <a:gd name="T8" fmla="*/ 113 w 283"/>
                  <a:gd name="T9" fmla="*/ 0 h 227"/>
                  <a:gd name="T10" fmla="*/ 283 w 283"/>
                  <a:gd name="T11" fmla="*/ 0 h 227"/>
                </a:gdLst>
                <a:ahLst/>
                <a:cxnLst>
                  <a:cxn ang="0">
                    <a:pos x="T0" y="T1"/>
                  </a:cxn>
                  <a:cxn ang="0">
                    <a:pos x="T2" y="T3"/>
                  </a:cxn>
                  <a:cxn ang="0">
                    <a:pos x="T4" y="T5"/>
                  </a:cxn>
                  <a:cxn ang="0">
                    <a:pos x="T6" y="T7"/>
                  </a:cxn>
                  <a:cxn ang="0">
                    <a:pos x="T8" y="T9"/>
                  </a:cxn>
                  <a:cxn ang="0">
                    <a:pos x="T10" y="T11"/>
                  </a:cxn>
                </a:cxnLst>
                <a:rect l="0" t="0" r="r" b="b"/>
                <a:pathLst>
                  <a:path w="283" h="227">
                    <a:moveTo>
                      <a:pt x="283" y="0"/>
                    </a:moveTo>
                    <a:lnTo>
                      <a:pt x="170" y="170"/>
                    </a:lnTo>
                    <a:lnTo>
                      <a:pt x="170" y="227"/>
                    </a:lnTo>
                    <a:lnTo>
                      <a:pt x="0" y="170"/>
                    </a:lnTo>
                    <a:lnTo>
                      <a:pt x="113" y="0"/>
                    </a:lnTo>
                    <a:lnTo>
                      <a:pt x="283" y="0"/>
                    </a:lnTo>
                    <a:close/>
                  </a:path>
                </a:pathLst>
              </a:custGeom>
              <a:ln>
                <a:headEnd/>
                <a:tailEnd/>
              </a:ln>
              <a:extLst/>
            </p:spPr>
            <p:style>
              <a:lnRef idx="2">
                <a:schemeClr val="accent3">
                  <a:shade val="50000"/>
                </a:schemeClr>
              </a:lnRef>
              <a:fillRef idx="1">
                <a:schemeClr val="accent3"/>
              </a:fillRef>
              <a:effectRef idx="0">
                <a:schemeClr val="accent3"/>
              </a:effectRef>
              <a:fontRef idx="minor">
                <a:schemeClr val="lt1"/>
              </a:fontRef>
            </p:style>
            <p:txBody>
              <a:bodyPr/>
              <a:lstStyle/>
              <a:p>
                <a:endParaRPr lang="ja-JP" altLang="en-US"/>
              </a:p>
            </p:txBody>
          </p:sp>
          <p:sp>
            <p:nvSpPr>
              <p:cNvPr id="180" name="正方形/長方形 179"/>
              <p:cNvSpPr/>
              <p:nvPr/>
            </p:nvSpPr>
            <p:spPr>
              <a:xfrm>
                <a:off x="2976125" y="6501464"/>
                <a:ext cx="742512" cy="307777"/>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ja-JP" altLang="en-US" sz="1400" b="1" spc="50" dirty="0">
                    <a:ln w="11430"/>
                    <a:effectLst>
                      <a:outerShdw blurRad="76200" dist="50800" dir="5400000" algn="tl" rotWithShape="0">
                        <a:srgbClr val="000000">
                          <a:alpha val="65000"/>
                        </a:srgbClr>
                      </a:outerShdw>
                    </a:effectLst>
                    <a:latin typeface="メイリオ" pitchFamily="50" charset="-128"/>
                    <a:ea typeface="メイリオ" pitchFamily="50" charset="-128"/>
                    <a:cs typeface="メイリオ" pitchFamily="50" charset="-128"/>
                  </a:rPr>
                  <a:t>神戸市</a:t>
                </a:r>
              </a:p>
            </p:txBody>
          </p:sp>
          <p:sp>
            <p:nvSpPr>
              <p:cNvPr id="181" name="正方形/長方形 180"/>
              <p:cNvSpPr/>
              <p:nvPr/>
            </p:nvSpPr>
            <p:spPr>
              <a:xfrm>
                <a:off x="4979551" y="5341469"/>
                <a:ext cx="742512" cy="307777"/>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ja-JP" altLang="en-US" sz="1400" b="1" spc="50" dirty="0">
                    <a:ln w="11430"/>
                    <a:effectLst>
                      <a:outerShdw blurRad="76200" dist="50800" dir="5400000" algn="tl" rotWithShape="0">
                        <a:srgbClr val="000000">
                          <a:alpha val="65000"/>
                        </a:srgbClr>
                      </a:outerShdw>
                    </a:effectLst>
                    <a:latin typeface="メイリオ" pitchFamily="50" charset="-128"/>
                    <a:ea typeface="メイリオ" pitchFamily="50" charset="-128"/>
                    <a:cs typeface="メイリオ" pitchFamily="50" charset="-128"/>
                  </a:rPr>
                  <a:t>川西市</a:t>
                </a:r>
              </a:p>
            </p:txBody>
          </p:sp>
          <p:sp>
            <p:nvSpPr>
              <p:cNvPr id="182" name="正方形/長方形 181"/>
              <p:cNvSpPr/>
              <p:nvPr/>
            </p:nvSpPr>
            <p:spPr>
              <a:xfrm>
                <a:off x="1152087" y="5013054"/>
                <a:ext cx="742512" cy="307777"/>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ja-JP" altLang="en-US" sz="1400" b="1" spc="50" dirty="0">
                    <a:ln w="11430"/>
                    <a:effectLst>
                      <a:outerShdw blurRad="76200" dist="50800" dir="5400000" algn="tl" rotWithShape="0">
                        <a:srgbClr val="000000">
                          <a:alpha val="65000"/>
                        </a:srgbClr>
                      </a:outerShdw>
                    </a:effectLst>
                    <a:latin typeface="メイリオ" pitchFamily="50" charset="-128"/>
                    <a:ea typeface="メイリオ" pitchFamily="50" charset="-128"/>
                    <a:cs typeface="メイリオ" pitchFamily="50" charset="-128"/>
                  </a:rPr>
                  <a:t>加西市</a:t>
                </a:r>
              </a:p>
            </p:txBody>
          </p:sp>
          <p:sp>
            <p:nvSpPr>
              <p:cNvPr id="184" name="正方形/長方形 183"/>
              <p:cNvSpPr/>
              <p:nvPr/>
            </p:nvSpPr>
            <p:spPr>
              <a:xfrm>
                <a:off x="5036125" y="6561382"/>
                <a:ext cx="742512" cy="307777"/>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ja-JP" altLang="en-US" sz="1400" b="1" spc="50" dirty="0">
                    <a:ln w="11430"/>
                    <a:effectLst>
                      <a:outerShdw blurRad="76200" dist="50800" dir="5400000" algn="tl" rotWithShape="0">
                        <a:srgbClr val="000000">
                          <a:alpha val="65000"/>
                        </a:srgbClr>
                      </a:outerShdw>
                    </a:effectLst>
                    <a:latin typeface="メイリオ" pitchFamily="50" charset="-128"/>
                    <a:ea typeface="メイリオ" pitchFamily="50" charset="-128"/>
                    <a:cs typeface="メイリオ" pitchFamily="50" charset="-128"/>
                  </a:rPr>
                  <a:t>尼崎市</a:t>
                </a:r>
              </a:p>
            </p:txBody>
          </p:sp>
          <p:sp>
            <p:nvSpPr>
              <p:cNvPr id="186" name="正方形/長方形 185"/>
              <p:cNvSpPr/>
              <p:nvPr/>
            </p:nvSpPr>
            <p:spPr>
              <a:xfrm>
                <a:off x="1007843" y="6777057"/>
                <a:ext cx="742512" cy="307777"/>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ja-JP" altLang="en-US" sz="1400" b="1" spc="50" dirty="0">
                    <a:ln w="11430"/>
                    <a:effectLst>
                      <a:outerShdw blurRad="76200" dist="50800" dir="5400000" algn="tl" rotWithShape="0">
                        <a:srgbClr val="000000">
                          <a:alpha val="65000"/>
                        </a:srgbClr>
                      </a:outerShdw>
                    </a:effectLst>
                    <a:latin typeface="メイリオ" pitchFamily="50" charset="-128"/>
                    <a:ea typeface="メイリオ" pitchFamily="50" charset="-128"/>
                    <a:cs typeface="メイリオ" pitchFamily="50" charset="-128"/>
                  </a:rPr>
                  <a:t>播磨町</a:t>
                </a:r>
              </a:p>
            </p:txBody>
          </p:sp>
          <p:sp>
            <p:nvSpPr>
              <p:cNvPr id="187" name="正方形/長方形 186"/>
              <p:cNvSpPr/>
              <p:nvPr/>
            </p:nvSpPr>
            <p:spPr>
              <a:xfrm>
                <a:off x="1592837" y="6317684"/>
                <a:ext cx="742512" cy="307777"/>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ja-JP" altLang="en-US" sz="1400" b="1" spc="50" dirty="0">
                    <a:ln w="11430"/>
                    <a:effectLst>
                      <a:outerShdw blurRad="76200" dist="50800" dir="5400000" algn="tl" rotWithShape="0">
                        <a:srgbClr val="000000">
                          <a:alpha val="65000"/>
                        </a:srgbClr>
                      </a:outerShdw>
                    </a:effectLst>
                    <a:latin typeface="メイリオ" pitchFamily="50" charset="-128"/>
                    <a:ea typeface="メイリオ" pitchFamily="50" charset="-128"/>
                    <a:cs typeface="メイリオ" pitchFamily="50" charset="-128"/>
                  </a:rPr>
                  <a:t>稲美町</a:t>
                </a:r>
              </a:p>
            </p:txBody>
          </p:sp>
          <p:sp>
            <p:nvSpPr>
              <p:cNvPr id="189" name="正方形/長方形 188"/>
              <p:cNvSpPr/>
              <p:nvPr/>
            </p:nvSpPr>
            <p:spPr>
              <a:xfrm>
                <a:off x="4478922" y="4809655"/>
                <a:ext cx="928459" cy="307777"/>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ja-JP" altLang="en-US" sz="1400" b="1" spc="50" dirty="0">
                    <a:ln w="11430"/>
                    <a:effectLst>
                      <a:outerShdw blurRad="76200" dist="50800" dir="5400000" algn="tl" rotWithShape="0">
                        <a:srgbClr val="000000">
                          <a:alpha val="65000"/>
                        </a:srgbClr>
                      </a:outerShdw>
                    </a:effectLst>
                    <a:latin typeface="メイリオ" pitchFamily="50" charset="-128"/>
                    <a:ea typeface="メイリオ" pitchFamily="50" charset="-128"/>
                    <a:cs typeface="メイリオ" pitchFamily="50" charset="-128"/>
                  </a:rPr>
                  <a:t>猪名川町</a:t>
                </a:r>
              </a:p>
            </p:txBody>
          </p:sp>
          <p:sp>
            <p:nvSpPr>
              <p:cNvPr id="190" name="正方形/長方形 189"/>
              <p:cNvSpPr/>
              <p:nvPr/>
            </p:nvSpPr>
            <p:spPr>
              <a:xfrm>
                <a:off x="2210596" y="4897763"/>
                <a:ext cx="742512" cy="307777"/>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ja-JP" altLang="en-US" sz="1400" b="1" spc="50" dirty="0">
                    <a:ln w="11430"/>
                    <a:effectLst>
                      <a:outerShdw blurRad="76200" dist="50800" dir="5400000" algn="tl" rotWithShape="0">
                        <a:srgbClr val="000000">
                          <a:alpha val="65000"/>
                        </a:srgbClr>
                      </a:outerShdw>
                    </a:effectLst>
                    <a:latin typeface="メイリオ" pitchFamily="50" charset="-128"/>
                    <a:ea typeface="メイリオ" pitchFamily="50" charset="-128"/>
                    <a:cs typeface="メイリオ" pitchFamily="50" charset="-128"/>
                  </a:rPr>
                  <a:t>加東市</a:t>
                </a:r>
              </a:p>
            </p:txBody>
          </p:sp>
          <p:sp>
            <p:nvSpPr>
              <p:cNvPr id="191" name="正方形/長方形 190"/>
              <p:cNvSpPr/>
              <p:nvPr/>
            </p:nvSpPr>
            <p:spPr>
              <a:xfrm>
                <a:off x="2588345" y="5605467"/>
                <a:ext cx="742512" cy="307777"/>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ja-JP" altLang="en-US" sz="1400" b="1" spc="50" dirty="0">
                    <a:ln w="11430"/>
                    <a:effectLst>
                      <a:outerShdw blurRad="76200" dist="50800" dir="5400000" algn="tl" rotWithShape="0">
                        <a:srgbClr val="000000">
                          <a:alpha val="65000"/>
                        </a:srgbClr>
                      </a:outerShdw>
                    </a:effectLst>
                    <a:latin typeface="メイリオ" pitchFamily="50" charset="-128"/>
                    <a:ea typeface="メイリオ" pitchFamily="50" charset="-128"/>
                    <a:cs typeface="メイリオ" pitchFamily="50" charset="-128"/>
                  </a:rPr>
                  <a:t>三木市</a:t>
                </a:r>
              </a:p>
            </p:txBody>
          </p:sp>
          <p:sp>
            <p:nvSpPr>
              <p:cNvPr id="192" name="正方形/長方形 191"/>
              <p:cNvSpPr/>
              <p:nvPr/>
            </p:nvSpPr>
            <p:spPr>
              <a:xfrm>
                <a:off x="543993" y="6275018"/>
                <a:ext cx="742512" cy="307777"/>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ja-JP" altLang="en-US" sz="1400" b="1" spc="50" dirty="0">
                    <a:ln w="11430"/>
                    <a:effectLst>
                      <a:outerShdw blurRad="76200" dist="50800" dir="5400000" algn="tl" rotWithShape="0">
                        <a:srgbClr val="000000">
                          <a:alpha val="65000"/>
                        </a:srgbClr>
                      </a:outerShdw>
                    </a:effectLst>
                    <a:latin typeface="メイリオ" pitchFamily="50" charset="-128"/>
                    <a:ea typeface="メイリオ" pitchFamily="50" charset="-128"/>
                    <a:cs typeface="メイリオ" pitchFamily="50" charset="-128"/>
                  </a:rPr>
                  <a:t>高砂市</a:t>
                </a:r>
              </a:p>
            </p:txBody>
          </p:sp>
          <p:sp>
            <p:nvSpPr>
              <p:cNvPr id="193" name="正方形/長方形 192"/>
              <p:cNvSpPr/>
              <p:nvPr/>
            </p:nvSpPr>
            <p:spPr>
              <a:xfrm>
                <a:off x="1770062" y="5506982"/>
                <a:ext cx="742512" cy="307777"/>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ja-JP" altLang="en-US" sz="1400" b="1" spc="50" dirty="0">
                    <a:ln w="11430"/>
                    <a:effectLst>
                      <a:outerShdw blurRad="76200" dist="50800" dir="5400000" algn="tl" rotWithShape="0">
                        <a:srgbClr val="000000">
                          <a:alpha val="65000"/>
                        </a:srgbClr>
                      </a:outerShdw>
                    </a:effectLst>
                    <a:latin typeface="メイリオ" pitchFamily="50" charset="-128"/>
                    <a:ea typeface="メイリオ" pitchFamily="50" charset="-128"/>
                    <a:cs typeface="メイリオ" pitchFamily="50" charset="-128"/>
                  </a:rPr>
                  <a:t>小野市</a:t>
                </a:r>
              </a:p>
            </p:txBody>
          </p:sp>
          <p:sp>
            <p:nvSpPr>
              <p:cNvPr id="194" name="正方形/長方形 193"/>
              <p:cNvSpPr/>
              <p:nvPr/>
            </p:nvSpPr>
            <p:spPr>
              <a:xfrm>
                <a:off x="3572310" y="4754093"/>
                <a:ext cx="742512" cy="307777"/>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ja-JP" altLang="en-US" sz="1400" b="1" spc="50" dirty="0">
                    <a:ln w="11430"/>
                    <a:effectLst>
                      <a:outerShdw blurRad="76200" dist="50800" dir="5400000" algn="tl" rotWithShape="0">
                        <a:srgbClr val="000000">
                          <a:alpha val="65000"/>
                        </a:srgbClr>
                      </a:outerShdw>
                    </a:effectLst>
                    <a:latin typeface="メイリオ" pitchFamily="50" charset="-128"/>
                    <a:ea typeface="メイリオ" pitchFamily="50" charset="-128"/>
                    <a:cs typeface="メイリオ" pitchFamily="50" charset="-128"/>
                  </a:rPr>
                  <a:t>三田市</a:t>
                </a:r>
              </a:p>
            </p:txBody>
          </p:sp>
          <p:sp>
            <p:nvSpPr>
              <p:cNvPr id="195" name="正方形/長方形 194"/>
              <p:cNvSpPr/>
              <p:nvPr/>
            </p:nvSpPr>
            <p:spPr>
              <a:xfrm>
                <a:off x="4552158" y="5550720"/>
                <a:ext cx="742512" cy="307777"/>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ja-JP" altLang="en-US" sz="1400" b="1" spc="50" dirty="0">
                    <a:ln w="11430"/>
                    <a:effectLst>
                      <a:outerShdw blurRad="76200" dist="50800" dir="5400000" algn="tl" rotWithShape="0">
                        <a:srgbClr val="000000">
                          <a:alpha val="65000"/>
                        </a:srgbClr>
                      </a:outerShdw>
                    </a:effectLst>
                    <a:latin typeface="メイリオ" pitchFamily="50" charset="-128"/>
                    <a:ea typeface="メイリオ" pitchFamily="50" charset="-128"/>
                    <a:cs typeface="メイリオ" pitchFamily="50" charset="-128"/>
                  </a:rPr>
                  <a:t>宝塚市</a:t>
                </a:r>
              </a:p>
            </p:txBody>
          </p:sp>
          <p:sp>
            <p:nvSpPr>
              <p:cNvPr id="196" name="正方形/長方形 195"/>
              <p:cNvSpPr/>
              <p:nvPr/>
            </p:nvSpPr>
            <p:spPr>
              <a:xfrm>
                <a:off x="1586842" y="6980563"/>
                <a:ext cx="742512" cy="307777"/>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ja-JP" altLang="en-US" sz="1400" b="1" spc="50" dirty="0">
                    <a:ln w="11430"/>
                    <a:effectLst>
                      <a:outerShdw blurRad="76200" dist="50800" dir="5400000" algn="tl" rotWithShape="0">
                        <a:srgbClr val="000000">
                          <a:alpha val="65000"/>
                        </a:srgbClr>
                      </a:outerShdw>
                    </a:effectLst>
                    <a:latin typeface="メイリオ" pitchFamily="50" charset="-128"/>
                    <a:ea typeface="メイリオ" pitchFamily="50" charset="-128"/>
                    <a:cs typeface="メイリオ" pitchFamily="50" charset="-128"/>
                  </a:rPr>
                  <a:t>明石市</a:t>
                </a:r>
              </a:p>
            </p:txBody>
          </p:sp>
          <p:sp>
            <p:nvSpPr>
              <p:cNvPr id="197" name="正方形/長方形 196"/>
              <p:cNvSpPr/>
              <p:nvPr/>
            </p:nvSpPr>
            <p:spPr>
              <a:xfrm>
                <a:off x="3981232" y="5773171"/>
                <a:ext cx="742512" cy="307777"/>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ja-JP" altLang="en-US" sz="1400" b="1" spc="50" dirty="0">
                    <a:ln w="11430"/>
                    <a:effectLst>
                      <a:outerShdw blurRad="76200" dist="50800" dir="5400000" algn="tl" rotWithShape="0">
                        <a:srgbClr val="000000">
                          <a:alpha val="65000"/>
                        </a:srgbClr>
                      </a:outerShdw>
                    </a:effectLst>
                    <a:latin typeface="メイリオ" pitchFamily="50" charset="-128"/>
                    <a:ea typeface="メイリオ" pitchFamily="50" charset="-128"/>
                    <a:cs typeface="メイリオ" pitchFamily="50" charset="-128"/>
                  </a:rPr>
                  <a:t>西宮市</a:t>
                </a:r>
              </a:p>
            </p:txBody>
          </p:sp>
          <p:sp>
            <p:nvSpPr>
              <p:cNvPr id="198" name="正方形/長方形 197"/>
              <p:cNvSpPr/>
              <p:nvPr/>
            </p:nvSpPr>
            <p:spPr>
              <a:xfrm>
                <a:off x="4237039" y="6357474"/>
                <a:ext cx="742512" cy="307777"/>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ja-JP" altLang="en-US" sz="1400" b="1" spc="50" dirty="0">
                    <a:ln w="11430"/>
                    <a:effectLst>
                      <a:outerShdw blurRad="76200" dist="50800" dir="5400000" algn="tl" rotWithShape="0">
                        <a:srgbClr val="000000">
                          <a:alpha val="65000"/>
                        </a:srgbClr>
                      </a:outerShdw>
                    </a:effectLst>
                    <a:latin typeface="メイリオ" pitchFamily="50" charset="-128"/>
                    <a:ea typeface="メイリオ" pitchFamily="50" charset="-128"/>
                    <a:cs typeface="メイリオ" pitchFamily="50" charset="-128"/>
                  </a:rPr>
                  <a:t>芦屋市</a:t>
                </a:r>
              </a:p>
            </p:txBody>
          </p:sp>
          <p:sp>
            <p:nvSpPr>
              <p:cNvPr id="199" name="正方形/長方形 198"/>
              <p:cNvSpPr/>
              <p:nvPr/>
            </p:nvSpPr>
            <p:spPr>
              <a:xfrm>
                <a:off x="4989295" y="6022512"/>
                <a:ext cx="742512" cy="307777"/>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ja-JP" altLang="en-US" sz="1400" b="1" spc="50" dirty="0">
                    <a:ln w="11430"/>
                    <a:effectLst>
                      <a:outerShdw blurRad="76200" dist="50800" dir="5400000" algn="tl" rotWithShape="0">
                        <a:srgbClr val="000000">
                          <a:alpha val="65000"/>
                        </a:srgbClr>
                      </a:outerShdw>
                    </a:effectLst>
                    <a:latin typeface="メイリオ" pitchFamily="50" charset="-128"/>
                    <a:ea typeface="メイリオ" pitchFamily="50" charset="-128"/>
                    <a:cs typeface="メイリオ" pitchFamily="50" charset="-128"/>
                  </a:rPr>
                  <a:t>伊丹市</a:t>
                </a:r>
              </a:p>
            </p:txBody>
          </p:sp>
          <p:sp>
            <p:nvSpPr>
              <p:cNvPr id="200" name="正方形/長方形 199"/>
              <p:cNvSpPr/>
              <p:nvPr/>
            </p:nvSpPr>
            <p:spPr>
              <a:xfrm>
                <a:off x="1094257" y="5997008"/>
                <a:ext cx="928459" cy="307777"/>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ja-JP" altLang="en-US" sz="1400" b="1" spc="50" dirty="0">
                    <a:ln w="11430"/>
                    <a:effectLst>
                      <a:outerShdw blurRad="76200" dist="50800" dir="5400000" algn="tl" rotWithShape="0">
                        <a:srgbClr val="000000">
                          <a:alpha val="65000"/>
                        </a:srgbClr>
                      </a:outerShdw>
                    </a:effectLst>
                    <a:latin typeface="メイリオ" pitchFamily="50" charset="-128"/>
                    <a:ea typeface="メイリオ" pitchFamily="50" charset="-128"/>
                    <a:cs typeface="メイリオ" pitchFamily="50" charset="-128"/>
                  </a:rPr>
                  <a:t>加古川市</a:t>
                </a:r>
              </a:p>
            </p:txBody>
          </p:sp>
        </p:grpSp>
        <p:cxnSp>
          <p:nvCxnSpPr>
            <p:cNvPr id="213" name="直線矢印コネクタ 212"/>
            <p:cNvCxnSpPr>
              <a:stCxn id="218" idx="3"/>
              <a:endCxn id="166" idx="1"/>
            </p:cNvCxnSpPr>
            <p:nvPr/>
          </p:nvCxnSpPr>
          <p:spPr bwMode="auto">
            <a:xfrm flipV="1">
              <a:off x="2241589" y="5306298"/>
              <a:ext cx="1215321" cy="920633"/>
            </a:xfrm>
            <a:prstGeom prst="straightConnector1">
              <a:avLst/>
            </a:prstGeom>
            <a:ln w="76200">
              <a:headEnd type="none" w="med" len="med"/>
              <a:tailEnd type="stealth" w="med" len="med"/>
            </a:ln>
            <a:extLst/>
          </p:spPr>
          <p:style>
            <a:lnRef idx="3">
              <a:schemeClr val="accent1"/>
            </a:lnRef>
            <a:fillRef idx="0">
              <a:schemeClr val="accent1"/>
            </a:fillRef>
            <a:effectRef idx="2">
              <a:schemeClr val="accent1"/>
            </a:effectRef>
            <a:fontRef idx="minor">
              <a:schemeClr val="tx1"/>
            </a:fontRef>
          </p:style>
        </p:cxnSp>
        <p:cxnSp>
          <p:nvCxnSpPr>
            <p:cNvPr id="214" name="直線矢印コネクタ 213"/>
            <p:cNvCxnSpPr>
              <a:stCxn id="218" idx="4"/>
              <a:endCxn id="194" idx="2"/>
            </p:cNvCxnSpPr>
            <p:nvPr/>
          </p:nvCxnSpPr>
          <p:spPr bwMode="auto">
            <a:xfrm flipV="1">
              <a:off x="2726370" y="4510879"/>
              <a:ext cx="415377" cy="1850987"/>
            </a:xfrm>
            <a:prstGeom prst="straightConnector1">
              <a:avLst/>
            </a:prstGeom>
            <a:ln w="76200">
              <a:headEnd type="none" w="med" len="med"/>
              <a:tailEnd type="stealth" w="med" len="med"/>
            </a:ln>
            <a:extLst/>
          </p:spPr>
          <p:style>
            <a:lnRef idx="3">
              <a:schemeClr val="accent1"/>
            </a:lnRef>
            <a:fillRef idx="0">
              <a:schemeClr val="accent1"/>
            </a:fillRef>
            <a:effectRef idx="2">
              <a:schemeClr val="accent1"/>
            </a:effectRef>
            <a:fontRef idx="minor">
              <a:schemeClr val="tx1"/>
            </a:fontRef>
          </p:style>
        </p:cxnSp>
        <p:cxnSp>
          <p:nvCxnSpPr>
            <p:cNvPr id="215" name="直線矢印コネクタ 214"/>
            <p:cNvCxnSpPr>
              <a:stCxn id="218" idx="4"/>
              <a:endCxn id="191" idx="2"/>
            </p:cNvCxnSpPr>
            <p:nvPr/>
          </p:nvCxnSpPr>
          <p:spPr bwMode="auto">
            <a:xfrm flipH="1" flipV="1">
              <a:off x="2377455" y="5172182"/>
              <a:ext cx="348915" cy="1189684"/>
            </a:xfrm>
            <a:prstGeom prst="straightConnector1">
              <a:avLst/>
            </a:prstGeom>
            <a:ln w="76200">
              <a:headEnd type="none" w="med" len="med"/>
              <a:tailEnd type="stealth" w="med" len="med"/>
            </a:ln>
            <a:extLst/>
          </p:spPr>
          <p:style>
            <a:lnRef idx="3">
              <a:schemeClr val="accent1"/>
            </a:lnRef>
            <a:fillRef idx="0">
              <a:schemeClr val="accent1"/>
            </a:fillRef>
            <a:effectRef idx="2">
              <a:schemeClr val="accent1"/>
            </a:effectRef>
            <a:fontRef idx="minor">
              <a:schemeClr val="tx1"/>
            </a:fontRef>
          </p:style>
        </p:cxnSp>
        <p:cxnSp>
          <p:nvCxnSpPr>
            <p:cNvPr id="216" name="直線矢印コネクタ 215"/>
            <p:cNvCxnSpPr>
              <a:stCxn id="218" idx="7"/>
              <a:endCxn id="196" idx="0"/>
            </p:cNvCxnSpPr>
            <p:nvPr/>
          </p:nvCxnSpPr>
          <p:spPr bwMode="auto">
            <a:xfrm flipH="1">
              <a:off x="1599540" y="5575408"/>
              <a:ext cx="1611610" cy="425810"/>
            </a:xfrm>
            <a:prstGeom prst="straightConnector1">
              <a:avLst/>
            </a:prstGeom>
            <a:ln w="76200">
              <a:headEnd type="none" w="med" len="med"/>
              <a:tailEnd type="stealth" w="med" len="med"/>
            </a:ln>
            <a:extLst/>
          </p:spPr>
          <p:style>
            <a:lnRef idx="3">
              <a:schemeClr val="accent1"/>
            </a:lnRef>
            <a:fillRef idx="0">
              <a:schemeClr val="accent1"/>
            </a:fillRef>
            <a:effectRef idx="2">
              <a:schemeClr val="accent1"/>
            </a:effectRef>
            <a:fontRef idx="minor">
              <a:schemeClr val="tx1"/>
            </a:fontRef>
          </p:style>
        </p:cxnSp>
        <p:cxnSp>
          <p:nvCxnSpPr>
            <p:cNvPr id="217" name="直線矢印コネクタ 216"/>
            <p:cNvCxnSpPr>
              <a:stCxn id="218" idx="3"/>
              <a:endCxn id="198" idx="2"/>
            </p:cNvCxnSpPr>
            <p:nvPr/>
          </p:nvCxnSpPr>
          <p:spPr bwMode="auto">
            <a:xfrm flipV="1">
              <a:off x="2241589" y="5756297"/>
              <a:ext cx="1416484" cy="470634"/>
            </a:xfrm>
            <a:prstGeom prst="straightConnector1">
              <a:avLst/>
            </a:prstGeom>
            <a:ln w="76200">
              <a:headEnd type="none" w="med" len="med"/>
              <a:tailEnd type="stealth" w="med" len="med"/>
            </a:ln>
            <a:extLst/>
          </p:spPr>
          <p:style>
            <a:lnRef idx="3">
              <a:schemeClr val="accent1"/>
            </a:lnRef>
            <a:fillRef idx="0">
              <a:schemeClr val="accent1"/>
            </a:fillRef>
            <a:effectRef idx="2">
              <a:schemeClr val="accent1"/>
            </a:effectRef>
            <a:fontRef idx="minor">
              <a:schemeClr val="tx1"/>
            </a:fontRef>
          </p:style>
        </p:cxnSp>
        <p:sp>
          <p:nvSpPr>
            <p:cNvPr id="218" name="円/楕円 217"/>
            <p:cNvSpPr/>
            <p:nvPr/>
          </p:nvSpPr>
          <p:spPr bwMode="auto">
            <a:xfrm>
              <a:off x="2040786" y="5440473"/>
              <a:ext cx="1371167" cy="921393"/>
            </a:xfrm>
            <a:prstGeom prst="ellipse">
              <a:avLst/>
            </a:prstGeom>
            <a:ln w="57150">
              <a:solidFill>
                <a:schemeClr val="accent1"/>
              </a:solidFill>
              <a:headEnd type="none" w="med" len="med"/>
              <a:tailEnd type="none" w="med" len="med"/>
            </a:ln>
            <a:extLst/>
          </p:spPr>
          <p:style>
            <a:lnRef idx="3">
              <a:schemeClr val="lt1"/>
            </a:lnRef>
            <a:fillRef idx="1">
              <a:schemeClr val="accent5"/>
            </a:fillRef>
            <a:effectRef idx="1">
              <a:schemeClr val="accent5"/>
            </a:effectRef>
            <a:fontRef idx="minor">
              <a:schemeClr val="lt1"/>
            </a:fontRef>
          </p:style>
          <p:txBody>
            <a:bodyPr vert="horz" wrap="none" lIns="0" tIns="0" rIns="0" bIns="0" numCol="1" rtlCol="0" anchor="ctr" anchorCtr="0" compatLnSpc="1">
              <a:prstTxWarp prst="textNoShape">
                <a:avLst/>
              </a:prstTxWarp>
            </a:bodyPr>
            <a:lstStyle/>
            <a:p>
              <a:pPr marL="101600" marR="0" indent="-101600" algn="ctr" defTabSz="914400" rtl="0" eaLnBrk="1" fontAlgn="base" latinLnBrk="0" hangingPunct="1">
                <a:lnSpc>
                  <a:spcPct val="100000"/>
                </a:lnSpc>
                <a:spcBef>
                  <a:spcPct val="5000"/>
                </a:spcBef>
                <a:spcAft>
                  <a:spcPct val="0"/>
                </a:spcAft>
                <a:buClrTx/>
                <a:buSzPct val="60000"/>
                <a:buFont typeface="Wingdings" panose="05000000000000000000" pitchFamily="2" charset="2"/>
                <a:buNone/>
                <a:tabLst/>
              </a:pPr>
              <a:r>
                <a:rPr lang="ja-JP" altLang="en-US" sz="1600" b="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近隣自治体</a:t>
              </a:r>
              <a:r>
                <a:rPr lang="en-US" altLang="ja-JP" sz="1600" b="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
              </a:r>
              <a:br>
                <a:rPr lang="en-US" altLang="ja-JP" sz="1600" b="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br>
              <a:r>
                <a:rPr lang="ja-JP" altLang="en-US" sz="1600" b="0"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へ利用拡大</a:t>
              </a:r>
              <a:endParaRPr kumimoji="1" lang="ja-JP" altLang="en-US" sz="1600" b="0" i="0" u="none" strike="noStrike" cap="none" normalizeH="0" baseline="0" dirty="0" smtClean="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endParaRPr>
            </a:p>
          </p:txBody>
        </p:sp>
      </p:grpSp>
    </p:spTree>
    <p:extLst>
      <p:ext uri="{BB962C8B-B14F-4D97-AF65-F5344CB8AC3E}">
        <p14:creationId xmlns:p14="http://schemas.microsoft.com/office/powerpoint/2010/main" val="1606334807"/>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2106" y="3007681"/>
            <a:ext cx="2394099" cy="2412950"/>
          </a:xfrm>
          <a:prstGeom prst="rect">
            <a:avLst/>
          </a:prstGeom>
        </p:spPr>
      </p:pic>
      <p:sp>
        <p:nvSpPr>
          <p:cNvPr id="2" name="タイトル 1"/>
          <p:cNvSpPr>
            <a:spLocks noGrp="1"/>
          </p:cNvSpPr>
          <p:nvPr>
            <p:ph type="title"/>
          </p:nvPr>
        </p:nvSpPr>
        <p:spPr/>
        <p:txBody>
          <a:bodyPr/>
          <a:lstStyle/>
          <a:p>
            <a:r>
              <a:rPr kumimoji="1" lang="ja-JP" altLang="en-US" dirty="0" smtClean="0"/>
              <a:t>稼働環境</a:t>
            </a:r>
            <a:endParaRPr kumimoji="1" lang="ja-JP" altLang="en-US" dirty="0"/>
          </a:p>
        </p:txBody>
      </p:sp>
      <p:sp>
        <p:nvSpPr>
          <p:cNvPr id="3" name="コンテンツ プレースホルダー 2"/>
          <p:cNvSpPr>
            <a:spLocks noGrp="1"/>
          </p:cNvSpPr>
          <p:nvPr>
            <p:ph idx="1"/>
          </p:nvPr>
        </p:nvSpPr>
        <p:spPr>
          <a:xfrm>
            <a:off x="0" y="908050"/>
            <a:ext cx="9899650" cy="1727838"/>
          </a:xfrm>
        </p:spPr>
        <p:txBody>
          <a:bodyPr/>
          <a:lstStyle/>
          <a:p>
            <a:r>
              <a:rPr kumimoji="1" lang="ja-JP" altLang="en-US" dirty="0" smtClean="0"/>
              <a:t>「</a:t>
            </a:r>
            <a:r>
              <a:rPr kumimoji="1" lang="en-US" altLang="ja-JP" dirty="0" smtClean="0"/>
              <a:t>KOBE Spots+</a:t>
            </a:r>
            <a:r>
              <a:rPr kumimoji="1" lang="ja-JP" altLang="en-US" dirty="0" smtClean="0"/>
              <a:t>」はスマートフォンアプリと、クラウド</a:t>
            </a:r>
            <a:r>
              <a:rPr lang="ja-JP" altLang="en-US" dirty="0" smtClean="0"/>
              <a:t>サービスを利用して実現するサーバーサイドアプリで、位置情報と連動した情報配信を実現します。</a:t>
            </a:r>
            <a:endParaRPr lang="en-US" altLang="ja-JP" dirty="0" smtClean="0"/>
          </a:p>
          <a:p>
            <a:pPr lvl="1"/>
            <a:r>
              <a:rPr kumimoji="1" lang="ja-JP" altLang="en-US" dirty="0" smtClean="0"/>
              <a:t>サーバーサイドアプリは、自庁内ではなく、クラウド上の</a:t>
            </a:r>
            <a:r>
              <a:rPr kumimoji="1" lang="ja-JP" altLang="en-US" dirty="0" err="1" smtClean="0"/>
              <a:t>ｍ</a:t>
            </a:r>
            <a:r>
              <a:rPr kumimoji="1" lang="en-US" altLang="ja-JP" dirty="0" smtClean="0"/>
              <a:t>Baas</a:t>
            </a:r>
            <a:r>
              <a:rPr kumimoji="1" lang="ja-JP" altLang="en-US" dirty="0" smtClean="0"/>
              <a:t>サービス</a:t>
            </a:r>
            <a:r>
              <a:rPr kumimoji="1" lang="en-US" altLang="ja-JP" dirty="0" smtClean="0"/>
              <a:t>※</a:t>
            </a:r>
            <a:r>
              <a:rPr kumimoji="1" lang="ja-JP" altLang="en-US" dirty="0" smtClean="0"/>
              <a:t>を利用して構築することで、導入・構築にかかる時初期費用を抑えながらも、ピーク時（ゴールデンウイークや夏休みなどの繁忙期）の利用増加にも対応</a:t>
            </a:r>
            <a:r>
              <a:rPr kumimoji="1" lang="ja-JP" altLang="en-US" smtClean="0"/>
              <a:t>した</a:t>
            </a:r>
            <a:r>
              <a:rPr kumimoji="1" lang="ja-JP" altLang="en-US" smtClean="0"/>
              <a:t>仕組みを提供</a:t>
            </a:r>
            <a:r>
              <a:rPr kumimoji="1" lang="ja-JP" altLang="en-US" dirty="0" smtClean="0"/>
              <a:t>可能です。</a:t>
            </a:r>
            <a:endParaRPr kumimoji="1" lang="en-US" altLang="ja-JP" dirty="0" smtClean="0"/>
          </a:p>
          <a:p>
            <a:pPr lvl="1"/>
            <a:r>
              <a:rPr lang="ja-JP" altLang="en-US" dirty="0" smtClean="0"/>
              <a:t>また、クラウド環境を利用することで、被災地となる自庁舎から離れているため、災害時でも継続</a:t>
            </a:r>
            <a:r>
              <a:rPr lang="ja-JP" altLang="en-US" dirty="0"/>
              <a:t>してサービスを提供可能です</a:t>
            </a:r>
            <a:r>
              <a:rPr lang="ja-JP" altLang="en-US" dirty="0" smtClean="0"/>
              <a:t>。</a:t>
            </a:r>
            <a:endParaRPr kumimoji="1" lang="ja-JP" altLang="en-US" dirty="0"/>
          </a:p>
        </p:txBody>
      </p:sp>
      <p:sp>
        <p:nvSpPr>
          <p:cNvPr id="4" name="スライド番号プレースホルダー 3"/>
          <p:cNvSpPr>
            <a:spLocks noGrp="1"/>
          </p:cNvSpPr>
          <p:nvPr>
            <p:ph type="sldNum" sz="quarter" idx="10"/>
          </p:nvPr>
        </p:nvSpPr>
        <p:spPr/>
        <p:txBody>
          <a:bodyPr/>
          <a:lstStyle/>
          <a:p>
            <a:pPr>
              <a:defRPr/>
            </a:pPr>
            <a:fld id="{55C9B671-DA52-43A5-A461-2113FA4BBC4F}" type="slidenum">
              <a:rPr lang="en-US" altLang="ja-JP" smtClean="0"/>
              <a:pPr>
                <a:defRPr/>
              </a:pPr>
              <a:t>9</a:t>
            </a:fld>
            <a:endParaRPr lang="en-US" altLang="ja-JP"/>
          </a:p>
        </p:txBody>
      </p:sp>
      <p:sp>
        <p:nvSpPr>
          <p:cNvPr id="7" name="正方形/長方形 6"/>
          <p:cNvSpPr/>
          <p:nvPr/>
        </p:nvSpPr>
        <p:spPr bwMode="auto">
          <a:xfrm>
            <a:off x="4369070" y="4490628"/>
            <a:ext cx="1542619" cy="272282"/>
          </a:xfrm>
          <a:prstGeom prst="rect">
            <a:avLst/>
          </a:prstGeom>
          <a:noFill/>
          <a:ln w="9525"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bodyPr>
          <a:lstStyle/>
          <a:p>
            <a:pPr eaLnBrk="1" hangingPunct="1">
              <a:spcBef>
                <a:spcPct val="5000"/>
              </a:spcBef>
              <a:buSzPct val="60000"/>
              <a:buFont typeface="Wingdings" panose="05000000000000000000" pitchFamily="2" charset="2"/>
              <a:buNone/>
            </a:pPr>
            <a:r>
              <a:rPr lang="ja-JP" altLang="en-US" sz="1050" b="0" dirty="0">
                <a:latin typeface="メイリオ" panose="020B0604030504040204" pitchFamily="50" charset="-128"/>
                <a:ea typeface="メイリオ" panose="020B0604030504040204" pitchFamily="50" charset="-128"/>
                <a:cs typeface="メイリオ" panose="020B0604030504040204" pitchFamily="50" charset="-128"/>
              </a:rPr>
              <a:t>ユーザー</a:t>
            </a:r>
            <a:r>
              <a:rPr lang="ja-JP" altLang="en-US" sz="1050" b="0" dirty="0" smtClean="0">
                <a:latin typeface="メイリオ" panose="020B0604030504040204" pitchFamily="50" charset="-128"/>
                <a:ea typeface="メイリオ" panose="020B0604030504040204" pitchFamily="50" charset="-128"/>
                <a:cs typeface="メイリオ" panose="020B0604030504040204" pitchFamily="50" charset="-128"/>
              </a:rPr>
              <a:t>属性</a:t>
            </a:r>
            <a:r>
              <a:rPr lang="en-US" altLang="ja-JP" sz="1050" b="0" dirty="0" smtClean="0">
                <a:latin typeface="メイリオ" panose="020B0604030504040204" pitchFamily="50" charset="-128"/>
                <a:ea typeface="メイリオ" panose="020B0604030504040204" pitchFamily="50" charset="-128"/>
                <a:cs typeface="メイリオ" panose="020B0604030504040204" pitchFamily="50" charset="-128"/>
              </a:rPr>
              <a:t/>
            </a:r>
            <a:br>
              <a:rPr lang="en-US" altLang="ja-JP" sz="1050" b="0" dirty="0" smtClean="0">
                <a:latin typeface="メイリオ" panose="020B0604030504040204" pitchFamily="50" charset="-128"/>
                <a:ea typeface="メイリオ" panose="020B0604030504040204" pitchFamily="50" charset="-128"/>
                <a:cs typeface="メイリオ" panose="020B0604030504040204" pitchFamily="50" charset="-128"/>
              </a:rPr>
            </a:br>
            <a:r>
              <a:rPr lang="ja-JP" altLang="en-US" sz="1050" b="0" dirty="0" smtClean="0">
                <a:latin typeface="メイリオ" panose="020B0604030504040204" pitchFamily="50" charset="-128"/>
                <a:ea typeface="メイリオ" panose="020B0604030504040204" pitchFamily="50" charset="-128"/>
                <a:cs typeface="メイリオ" panose="020B0604030504040204" pitchFamily="50" charset="-128"/>
              </a:rPr>
              <a:t>（性別、年代、居住地域など）</a:t>
            </a:r>
            <a:endParaRPr lang="ja-JP" altLang="en-US" sz="1050" b="0"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10" name="図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89488" y="3474295"/>
            <a:ext cx="787161" cy="1641740"/>
          </a:xfrm>
          <a:prstGeom prst="rect">
            <a:avLst/>
          </a:prstGeom>
        </p:spPr>
      </p:pic>
      <p:pic>
        <p:nvPicPr>
          <p:cNvPr id="8" name="図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53564" y="3741253"/>
            <a:ext cx="1515260" cy="1515260"/>
          </a:xfrm>
          <a:prstGeom prst="rect">
            <a:avLst/>
          </a:prstGeom>
        </p:spPr>
      </p:pic>
      <p:cxnSp>
        <p:nvCxnSpPr>
          <p:cNvPr id="13" name="直線矢印コネクタ 12"/>
          <p:cNvCxnSpPr>
            <a:stCxn id="10" idx="3"/>
            <a:endCxn id="11" idx="1"/>
          </p:cNvCxnSpPr>
          <p:nvPr/>
        </p:nvCxnSpPr>
        <p:spPr bwMode="auto">
          <a:xfrm>
            <a:off x="3776649" y="4295165"/>
            <a:ext cx="3201102" cy="16685"/>
          </a:xfrm>
          <a:prstGeom prst="straightConnector1">
            <a:avLst/>
          </a:prstGeom>
          <a:ln w="76200">
            <a:headEnd type="none" w="med" len="med"/>
            <a:tailEnd type="triangle"/>
          </a:ln>
          <a:extLst/>
        </p:spPr>
        <p:style>
          <a:lnRef idx="3">
            <a:schemeClr val="accent1"/>
          </a:lnRef>
          <a:fillRef idx="0">
            <a:schemeClr val="accent1"/>
          </a:fillRef>
          <a:effectRef idx="2">
            <a:schemeClr val="accent1"/>
          </a:effectRef>
          <a:fontRef idx="minor">
            <a:schemeClr val="tx1"/>
          </a:fontRef>
        </p:style>
      </p:cxnSp>
      <p:grpSp>
        <p:nvGrpSpPr>
          <p:cNvPr id="17" name="グループ化 16"/>
          <p:cNvGrpSpPr>
            <a:grpSpLocks noChangeAspect="1"/>
          </p:cNvGrpSpPr>
          <p:nvPr/>
        </p:nvGrpSpPr>
        <p:grpSpPr>
          <a:xfrm rot="4111867">
            <a:off x="4103811" y="3759729"/>
            <a:ext cx="156176" cy="436634"/>
            <a:chOff x="2717546" y="3302510"/>
            <a:chExt cx="1478399" cy="4133266"/>
          </a:xfrm>
        </p:grpSpPr>
        <p:sp>
          <p:nvSpPr>
            <p:cNvPr id="18" name="二等辺三角形 17"/>
            <p:cNvSpPr/>
            <p:nvPr/>
          </p:nvSpPr>
          <p:spPr>
            <a:xfrm rot="5400000">
              <a:off x="1183813" y="5118581"/>
              <a:ext cx="3850928" cy="783462"/>
            </a:xfrm>
            <a:prstGeom prst="triangle">
              <a:avLst>
                <a:gd name="adj" fmla="val 49635"/>
              </a:avLst>
            </a:prstGeom>
            <a:solidFill>
              <a:srgbClr val="DE7878"/>
            </a:solidFill>
            <a:ln>
              <a:solidFill>
                <a:srgbClr val="D5555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ja-JP" altLang="en-US">
                <a:solidFill>
                  <a:schemeClr val="lt1"/>
                </a:solidFill>
              </a:endParaRPr>
            </a:p>
          </p:txBody>
        </p:sp>
        <p:sp>
          <p:nvSpPr>
            <p:cNvPr id="19" name="二等辺三角形 18"/>
            <p:cNvSpPr/>
            <p:nvPr/>
          </p:nvSpPr>
          <p:spPr>
            <a:xfrm rot="13514695">
              <a:off x="1878750" y="4836243"/>
              <a:ext cx="3850928" cy="783462"/>
            </a:xfrm>
            <a:prstGeom prst="triangle">
              <a:avLst>
                <a:gd name="adj" fmla="val 50010"/>
              </a:avLst>
            </a:prstGeom>
            <a:solidFill>
              <a:srgbClr val="D55556"/>
            </a:solidFill>
            <a:ln>
              <a:solidFill>
                <a:srgbClr val="D55556"/>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grpSp>
      <p:sp>
        <p:nvSpPr>
          <p:cNvPr id="20" name="正方形/長方形 19"/>
          <p:cNvSpPr/>
          <p:nvPr/>
        </p:nvSpPr>
        <p:spPr bwMode="auto">
          <a:xfrm>
            <a:off x="4231019" y="3912957"/>
            <a:ext cx="1102016" cy="272282"/>
          </a:xfrm>
          <a:prstGeom prst="rect">
            <a:avLst/>
          </a:prstGeom>
          <a:no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eaLnBrk="1" hangingPunct="1">
              <a:spcBef>
                <a:spcPct val="5000"/>
              </a:spcBef>
              <a:buSzPct val="60000"/>
              <a:buFont typeface="Wingdings" panose="05000000000000000000" pitchFamily="2" charset="2"/>
              <a:buNone/>
            </a:pPr>
            <a:r>
              <a:rPr lang="en-US" altLang="ja-JP" sz="1050" b="0" dirty="0">
                <a:latin typeface="メイリオ" panose="020B0604030504040204" pitchFamily="50" charset="-128"/>
                <a:ea typeface="メイリオ" panose="020B0604030504040204" pitchFamily="50" charset="-128"/>
                <a:cs typeface="メイリオ" panose="020B0604030504040204" pitchFamily="50" charset="-128"/>
              </a:rPr>
              <a:t>GPS</a:t>
            </a:r>
            <a:r>
              <a:rPr lang="ja-JP" altLang="en-US" sz="1050" b="0" dirty="0">
                <a:latin typeface="メイリオ" panose="020B0604030504040204" pitchFamily="50" charset="-128"/>
                <a:ea typeface="メイリオ" panose="020B0604030504040204" pitchFamily="50" charset="-128"/>
                <a:cs typeface="メイリオ" panose="020B0604030504040204" pitchFamily="50" charset="-128"/>
              </a:rPr>
              <a:t>位置情報</a:t>
            </a:r>
          </a:p>
        </p:txBody>
      </p:sp>
      <p:cxnSp>
        <p:nvCxnSpPr>
          <p:cNvPr id="22" name="直線矢印コネクタ 21"/>
          <p:cNvCxnSpPr>
            <a:stCxn id="25" idx="0"/>
            <a:endCxn id="10" idx="0"/>
          </p:cNvCxnSpPr>
          <p:nvPr/>
        </p:nvCxnSpPr>
        <p:spPr bwMode="auto">
          <a:xfrm rot="16200000" flipV="1">
            <a:off x="5619573" y="1237791"/>
            <a:ext cx="233274" cy="4706282"/>
          </a:xfrm>
          <a:prstGeom prst="curvedConnector3">
            <a:avLst>
              <a:gd name="adj1" fmla="val 456209"/>
            </a:avLst>
          </a:prstGeom>
          <a:ln w="101600">
            <a:headEnd type="none" w="med" len="med"/>
            <a:tailEnd type="triangle"/>
          </a:ln>
          <a:extLst/>
        </p:spPr>
        <p:style>
          <a:lnRef idx="3">
            <a:schemeClr val="accent3"/>
          </a:lnRef>
          <a:fillRef idx="0">
            <a:schemeClr val="accent3"/>
          </a:fillRef>
          <a:effectRef idx="2">
            <a:schemeClr val="accent3"/>
          </a:effectRef>
          <a:fontRef idx="minor">
            <a:schemeClr val="tx1"/>
          </a:fontRef>
        </p:style>
      </p:cxnSp>
      <p:sp>
        <p:nvSpPr>
          <p:cNvPr id="25" name="正方形/長方形 24"/>
          <p:cNvSpPr/>
          <p:nvPr/>
        </p:nvSpPr>
        <p:spPr bwMode="auto">
          <a:xfrm>
            <a:off x="7970305" y="3707569"/>
            <a:ext cx="238091" cy="272282"/>
          </a:xfrm>
          <a:prstGeom prst="rect">
            <a:avLst/>
          </a:prstGeom>
          <a:no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eaLnBrk="1" hangingPunct="1">
              <a:spcBef>
                <a:spcPct val="5000"/>
              </a:spcBef>
              <a:buSzPct val="60000"/>
              <a:buFont typeface="Wingdings" panose="05000000000000000000" pitchFamily="2" charset="2"/>
              <a:buNone/>
            </a:pPr>
            <a:endParaRPr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29" name="図 2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381176" y="3751820"/>
            <a:ext cx="644040" cy="425167"/>
          </a:xfrm>
          <a:prstGeom prst="rect">
            <a:avLst/>
          </a:prstGeom>
        </p:spPr>
      </p:pic>
      <p:pic>
        <p:nvPicPr>
          <p:cNvPr id="30" name="図 2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93211" y="4410769"/>
            <a:ext cx="432000" cy="432000"/>
          </a:xfrm>
          <a:prstGeom prst="rect">
            <a:avLst/>
          </a:prstGeom>
        </p:spPr>
      </p:pic>
      <p:sp>
        <p:nvSpPr>
          <p:cNvPr id="31" name="正方形/長方形 30"/>
          <p:cNvSpPr/>
          <p:nvPr/>
        </p:nvSpPr>
        <p:spPr bwMode="auto">
          <a:xfrm>
            <a:off x="6848699" y="5053087"/>
            <a:ext cx="2424781" cy="536153"/>
          </a:xfrm>
          <a:prstGeom prst="rect">
            <a:avLst/>
          </a:prstGeom>
          <a:no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algn="ctr" eaLnBrk="1" hangingPunct="1">
              <a:spcBef>
                <a:spcPct val="5000"/>
              </a:spcBef>
              <a:buSzPct val="60000"/>
              <a:buFont typeface="Wingdings" panose="05000000000000000000" pitchFamily="2" charset="2"/>
              <a:buNone/>
            </a:pP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サーバーサイドアプリ</a:t>
            </a:r>
            <a:endParaRPr lang="en-US" altLang="ja-JP" b="0" dirty="0">
              <a:latin typeface="メイリオ" panose="020B0604030504040204" pitchFamily="50" charset="-128"/>
              <a:ea typeface="メイリオ" panose="020B0604030504040204" pitchFamily="50" charset="-128"/>
              <a:cs typeface="メイリオ" panose="020B0604030504040204" pitchFamily="50" charset="-128"/>
            </a:endParaRPr>
          </a:p>
          <a:p>
            <a:pPr algn="ctr" eaLnBrk="1" hangingPunct="1">
              <a:spcBef>
                <a:spcPct val="5000"/>
              </a:spcBef>
              <a:buSzPct val="60000"/>
              <a:buFont typeface="Wingdings" panose="05000000000000000000" pitchFamily="2" charset="2"/>
              <a:buNone/>
            </a:pPr>
            <a:r>
              <a:rPr lang="ja-JP" altLang="en-US" b="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b="0" dirty="0" err="1">
                <a:latin typeface="メイリオ" panose="020B0604030504040204" pitchFamily="50" charset="-128"/>
                <a:ea typeface="メイリオ" panose="020B0604030504040204" pitchFamily="50" charset="-128"/>
                <a:cs typeface="メイリオ" panose="020B0604030504040204" pitchFamily="50" charset="-128"/>
              </a:rPr>
              <a:t>mBaas</a:t>
            </a:r>
            <a:r>
              <a:rPr lang="ja-JP" altLang="en-US" b="0" dirty="0">
                <a:latin typeface="メイリオ" panose="020B0604030504040204" pitchFamily="50" charset="-128"/>
                <a:ea typeface="メイリオ" panose="020B0604030504040204" pitchFamily="50" charset="-128"/>
                <a:cs typeface="メイリオ" panose="020B0604030504040204" pitchFamily="50" charset="-128"/>
              </a:rPr>
              <a:t>上で構築）</a:t>
            </a:r>
          </a:p>
        </p:txBody>
      </p:sp>
      <p:sp>
        <p:nvSpPr>
          <p:cNvPr id="32" name="正方形/長方形 31"/>
          <p:cNvSpPr/>
          <p:nvPr/>
        </p:nvSpPr>
        <p:spPr bwMode="auto">
          <a:xfrm>
            <a:off x="153100" y="6079367"/>
            <a:ext cx="4799900" cy="589993"/>
          </a:xfrm>
          <a:prstGeom prst="rect">
            <a:avLst/>
          </a:prstGeom>
          <a:noFill/>
          <a:ln w="9525" cap="flat" cmpd="sng" algn="ctr">
            <a:noFill/>
            <a:prstDash val="solid"/>
            <a:round/>
            <a:headEnd type="none" w="med" len="med"/>
            <a:tailEnd type="none" w="med" len="med"/>
          </a:ln>
          <a:effectLst/>
          <a:extLst/>
        </p:spPr>
        <p:txBody>
          <a:bodyPr vert="horz" wrap="none" lIns="0" tIns="0" rIns="0" bIns="0" numCol="1" rtlCol="0" anchor="t" anchorCtr="0" compatLnSpc="1">
            <a:prstTxWarp prst="textNoShape">
              <a:avLst/>
            </a:prstTxWarp>
          </a:bodyPr>
          <a:lstStyle/>
          <a:p>
            <a:pPr marL="101600" indent="-101600" eaLnBrk="1" hangingPunct="1">
              <a:spcBef>
                <a:spcPct val="5000"/>
              </a:spcBef>
              <a:buSzPct val="60000"/>
            </a:pPr>
            <a:r>
              <a:rPr lang="en-US" altLang="ja-JP" sz="1100" b="0" dirty="0" smtClean="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100" b="0" dirty="0" err="1">
                <a:latin typeface="メイリオ" panose="020B0604030504040204" pitchFamily="50" charset="-128"/>
                <a:ea typeface="メイリオ" panose="020B0604030504040204" pitchFamily="50" charset="-128"/>
                <a:cs typeface="メイリオ" panose="020B0604030504040204" pitchFamily="50" charset="-128"/>
              </a:rPr>
              <a:t>m</a:t>
            </a:r>
            <a:r>
              <a:rPr lang="en-US" altLang="ja-JP" sz="1100" b="0" dirty="0" err="1" smtClean="0">
                <a:latin typeface="メイリオ" panose="020B0604030504040204" pitchFamily="50" charset="-128"/>
                <a:ea typeface="メイリオ" panose="020B0604030504040204" pitchFamily="50" charset="-128"/>
                <a:cs typeface="メイリオ" panose="020B0604030504040204" pitchFamily="50" charset="-128"/>
              </a:rPr>
              <a:t>Baas</a:t>
            </a:r>
            <a:r>
              <a:rPr lang="ja-JP" altLang="en-US" sz="1100" b="0" dirty="0" smtClean="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100" b="0" dirty="0">
                <a:latin typeface="メイリオ" panose="020B0604030504040204" pitchFamily="50" charset="-128"/>
                <a:ea typeface="メイリオ" panose="020B0604030504040204" pitchFamily="50" charset="-128"/>
                <a:cs typeface="メイリオ" panose="020B0604030504040204" pitchFamily="50" charset="-128"/>
              </a:rPr>
              <a:t>mobile backend as a Service</a:t>
            </a:r>
            <a:br>
              <a:rPr lang="en-US" altLang="ja-JP" sz="1100" b="0" dirty="0">
                <a:latin typeface="メイリオ" panose="020B0604030504040204" pitchFamily="50" charset="-128"/>
                <a:ea typeface="メイリオ" panose="020B0604030504040204" pitchFamily="50" charset="-128"/>
                <a:cs typeface="メイリオ" panose="020B0604030504040204" pitchFamily="50" charset="-128"/>
              </a:rPr>
            </a:br>
            <a:r>
              <a:rPr lang="ja-JP" altLang="en-US" sz="1100" b="0" dirty="0">
                <a:latin typeface="メイリオ" panose="020B0604030504040204" pitchFamily="50" charset="-128"/>
                <a:ea typeface="メイリオ" panose="020B0604030504040204" pitchFamily="50" charset="-128"/>
                <a:cs typeface="メイリオ" panose="020B0604030504040204" pitchFamily="50" charset="-128"/>
              </a:rPr>
              <a:t>スマートフォンアプリでよく利用</a:t>
            </a:r>
            <a:r>
              <a:rPr lang="ja-JP" altLang="en-US" sz="1100" b="0" dirty="0" smtClean="0">
                <a:latin typeface="メイリオ" panose="020B0604030504040204" pitchFamily="50" charset="-128"/>
                <a:ea typeface="メイリオ" panose="020B0604030504040204" pitchFamily="50" charset="-128"/>
                <a:cs typeface="メイリオ" panose="020B0604030504040204" pitchFamily="50" charset="-128"/>
              </a:rPr>
              <a:t>されるプッシュ通知・データベース・</a:t>
            </a:r>
            <a:r>
              <a:rPr lang="en-US" altLang="ja-JP" sz="1100" b="0" dirty="0" smtClean="0">
                <a:latin typeface="メイリオ" panose="020B0604030504040204" pitchFamily="50" charset="-128"/>
                <a:ea typeface="メイリオ" panose="020B0604030504040204" pitchFamily="50" charset="-128"/>
                <a:cs typeface="メイリオ" panose="020B0604030504040204" pitchFamily="50" charset="-128"/>
              </a:rPr>
              <a:t/>
            </a:r>
            <a:br>
              <a:rPr lang="en-US" altLang="ja-JP" sz="1100" b="0" dirty="0" smtClean="0">
                <a:latin typeface="メイリオ" panose="020B0604030504040204" pitchFamily="50" charset="-128"/>
                <a:ea typeface="メイリオ" panose="020B0604030504040204" pitchFamily="50" charset="-128"/>
                <a:cs typeface="メイリオ" panose="020B0604030504040204" pitchFamily="50" charset="-128"/>
              </a:rPr>
            </a:br>
            <a:r>
              <a:rPr lang="ja-JP" altLang="en-US" sz="1100" b="0" dirty="0" smtClean="0">
                <a:latin typeface="メイリオ" panose="020B0604030504040204" pitchFamily="50" charset="-128"/>
                <a:ea typeface="メイリオ" panose="020B0604030504040204" pitchFamily="50" charset="-128"/>
                <a:cs typeface="メイリオ" panose="020B0604030504040204" pitchFamily="50" charset="-128"/>
              </a:rPr>
              <a:t>ユーザー管理など汎用的</a:t>
            </a:r>
            <a:r>
              <a:rPr lang="ja-JP" altLang="en-US" sz="1100" b="0" dirty="0">
                <a:latin typeface="メイリオ" panose="020B0604030504040204" pitchFamily="50" charset="-128"/>
                <a:ea typeface="メイリオ" panose="020B0604030504040204" pitchFamily="50" charset="-128"/>
                <a:cs typeface="メイリオ" panose="020B0604030504040204" pitchFamily="50" charset="-128"/>
              </a:rPr>
              <a:t>な機能をクラウドから提供するサービス</a:t>
            </a:r>
            <a:endParaRPr lang="en-US" altLang="ja-JP" sz="1100" b="0" dirty="0" smtClean="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4" name="正方形/長方形 33"/>
          <p:cNvSpPr/>
          <p:nvPr/>
        </p:nvSpPr>
        <p:spPr bwMode="auto">
          <a:xfrm>
            <a:off x="4160912" y="2689754"/>
            <a:ext cx="3053844" cy="594085"/>
          </a:xfrm>
          <a:prstGeom prst="rect">
            <a:avLst/>
          </a:prstGeom>
          <a:no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R="0" algn="ctr" defTabSz="914400" rtl="0" eaLnBrk="1" fontAlgn="base" latinLnBrk="0" hangingPunct="1">
              <a:lnSpc>
                <a:spcPct val="100000"/>
              </a:lnSpc>
              <a:spcBef>
                <a:spcPct val="5000"/>
              </a:spcBef>
              <a:spcAft>
                <a:spcPct val="0"/>
              </a:spcAft>
              <a:buClrTx/>
              <a:buSzPct val="60000"/>
              <a:buFont typeface="Wingdings" panose="05000000000000000000" pitchFamily="2" charset="2"/>
              <a:buNone/>
              <a:tabLst/>
            </a:pPr>
            <a:r>
              <a:rPr kumimoji="1" lang="ja-JP" altLang="en-US" b="0" i="0" u="none" strike="noStrike" cap="none" normalizeH="0" baseline="0" dirty="0" smtClean="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rPr>
              <a:t>イベント情報や、</a:t>
            </a:r>
            <a:r>
              <a:rPr kumimoji="1" lang="en-US" altLang="ja-JP" b="0" i="0" u="none" strike="noStrike" cap="none" normalizeH="0" baseline="0" dirty="0" smtClean="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rPr>
              <a:t/>
            </a:r>
            <a:br>
              <a:rPr kumimoji="1" lang="en-US" altLang="ja-JP" b="0" i="0" u="none" strike="noStrike" cap="none" normalizeH="0" baseline="0" dirty="0" smtClean="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rPr>
            </a:br>
            <a:r>
              <a:rPr kumimoji="1" lang="ja-JP" altLang="en-US" b="0" i="0" u="none" strike="noStrike" cap="none" normalizeH="0" baseline="0" dirty="0" smtClean="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rPr>
              <a:t>被災支援情報などの</a:t>
            </a:r>
            <a:r>
              <a:rPr kumimoji="1" lang="en-US" altLang="ja-JP" b="0" i="0" u="none" strike="noStrike" cap="none" normalizeH="0" baseline="0" dirty="0" smtClean="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rPr>
              <a:t/>
            </a:r>
            <a:br>
              <a:rPr kumimoji="1" lang="en-US" altLang="ja-JP" b="0" i="0" u="none" strike="noStrike" cap="none" normalizeH="0" baseline="0" dirty="0" smtClean="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rPr>
            </a:br>
            <a:r>
              <a:rPr kumimoji="1" lang="ja-JP" altLang="en-US" b="0" i="0" u="none" strike="noStrike" cap="none" normalizeH="0" baseline="0" dirty="0" smtClean="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rPr>
              <a:t>コンテンツ</a:t>
            </a:r>
          </a:p>
        </p:txBody>
      </p:sp>
      <p:pic>
        <p:nvPicPr>
          <p:cNvPr id="11" name="図 1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977751" y="3267734"/>
            <a:ext cx="2088232" cy="2088232"/>
          </a:xfrm>
          <a:prstGeom prst="rect">
            <a:avLst/>
          </a:prstGeom>
        </p:spPr>
      </p:pic>
      <p:sp>
        <p:nvSpPr>
          <p:cNvPr id="35" name="角丸四角形吹き出し 34"/>
          <p:cNvSpPr/>
          <p:nvPr/>
        </p:nvSpPr>
        <p:spPr bwMode="auto">
          <a:xfrm>
            <a:off x="5264243" y="5661248"/>
            <a:ext cx="3254073" cy="1041384"/>
          </a:xfrm>
          <a:prstGeom prst="wedgeRoundRectCallout">
            <a:avLst>
              <a:gd name="adj1" fmla="val 25906"/>
              <a:gd name="adj2" fmla="val -67915"/>
              <a:gd name="adj3" fmla="val 16667"/>
            </a:avLst>
          </a:prstGeom>
          <a:ln>
            <a:headEnd type="none" w="med" len="med"/>
            <a:tailEnd type="none" w="med" len="med"/>
          </a:ln>
          <a:extLst/>
        </p:spPr>
        <p:style>
          <a:lnRef idx="3">
            <a:schemeClr val="lt1"/>
          </a:lnRef>
          <a:fillRef idx="1">
            <a:schemeClr val="accent1"/>
          </a:fillRef>
          <a:effectRef idx="1">
            <a:schemeClr val="accent1"/>
          </a:effectRef>
          <a:fontRef idx="minor">
            <a:schemeClr val="lt1"/>
          </a:fontRef>
        </p:style>
        <p:txBody>
          <a:bodyPr vert="horz" wrap="square" lIns="36000" tIns="108000" rIns="36000" bIns="36000" numCol="1" rtlCol="0" anchor="t" anchorCtr="0" compatLnSpc="1">
            <a:prstTxWarp prst="textNoShape">
              <a:avLst/>
            </a:prstTxWarp>
          </a:bodyPr>
          <a:lstStyle/>
          <a:p>
            <a:pPr marL="171450" indent="-171450" eaLnBrk="1" hangingPunct="1">
              <a:spcBef>
                <a:spcPct val="5000"/>
              </a:spcBef>
              <a:buSzPct val="80000"/>
              <a:buFont typeface="Wingdings" panose="05000000000000000000" pitchFamily="2" charset="2"/>
              <a:buChar char="Ø"/>
            </a:pP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アプリ向けの汎用機能が備わっているため、開発費用を削減できる</a:t>
            </a:r>
            <a:endParaRPr lang="en-US" altLang="ja-JP" b="0" dirty="0" smtClean="0">
              <a:latin typeface="メイリオ" panose="020B0604030504040204" pitchFamily="50" charset="-128"/>
              <a:ea typeface="メイリオ" panose="020B0604030504040204" pitchFamily="50" charset="-128"/>
              <a:cs typeface="メイリオ" panose="020B0604030504040204" pitchFamily="50" charset="-128"/>
            </a:endParaRPr>
          </a:p>
          <a:p>
            <a:pPr marL="171450" indent="-171450" eaLnBrk="1" hangingPunct="1">
              <a:spcBef>
                <a:spcPct val="5000"/>
              </a:spcBef>
              <a:buSzPct val="80000"/>
              <a:buFont typeface="Wingdings" panose="05000000000000000000" pitchFamily="2" charset="2"/>
              <a:buChar char="Ø"/>
            </a:pP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機器</a:t>
            </a:r>
            <a:r>
              <a:rPr lang="ja-JP" altLang="en-US" b="0" dirty="0">
                <a:latin typeface="メイリオ" panose="020B0604030504040204" pitchFamily="50" charset="-128"/>
                <a:ea typeface="メイリオ" panose="020B0604030504040204" pitchFamily="50" charset="-128"/>
                <a:cs typeface="メイリオ" panose="020B0604030504040204" pitchFamily="50" charset="-128"/>
              </a:rPr>
              <a:t>導入</a:t>
            </a: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にかかる初期費用も削減できる</a:t>
            </a:r>
            <a:endParaRPr lang="en-US" altLang="ja-JP" b="0" dirty="0" smtClean="0">
              <a:latin typeface="メイリオ" panose="020B0604030504040204" pitchFamily="50" charset="-128"/>
              <a:ea typeface="メイリオ" panose="020B0604030504040204" pitchFamily="50" charset="-128"/>
              <a:cs typeface="メイリオ" panose="020B0604030504040204" pitchFamily="50" charset="-128"/>
            </a:endParaRPr>
          </a:p>
          <a:p>
            <a:pPr marL="171450" indent="-171450" eaLnBrk="1" hangingPunct="1">
              <a:spcBef>
                <a:spcPct val="5000"/>
              </a:spcBef>
              <a:buSzPct val="80000"/>
              <a:buFont typeface="Wingdings" panose="05000000000000000000" pitchFamily="2" charset="2"/>
              <a:buChar char="Ø"/>
            </a:pPr>
            <a:r>
              <a:rPr lang="ja-JP" altLang="en-US" b="0" dirty="0" smtClean="0">
                <a:solidFill>
                  <a:schemeClr val="lt1"/>
                </a:solidFill>
                <a:latin typeface="メイリオ" panose="020B0604030504040204" pitchFamily="50" charset="-128"/>
                <a:ea typeface="メイリオ" panose="020B0604030504040204" pitchFamily="50" charset="-128"/>
                <a:cs typeface="メイリオ" panose="020B0604030504040204" pitchFamily="50" charset="-128"/>
              </a:rPr>
              <a:t>被災</a:t>
            </a:r>
            <a:r>
              <a:rPr lang="ja-JP" altLang="en-US" b="0" dirty="0">
                <a:solidFill>
                  <a:schemeClr val="lt1"/>
                </a:solidFill>
                <a:latin typeface="メイリオ" panose="020B0604030504040204" pitchFamily="50" charset="-128"/>
                <a:ea typeface="メイリオ" panose="020B0604030504040204" pitchFamily="50" charset="-128"/>
                <a:cs typeface="メイリオ" panose="020B0604030504040204" pitchFamily="50" charset="-128"/>
              </a:rPr>
              <a:t>時</a:t>
            </a:r>
            <a:r>
              <a:rPr lang="ja-JP" altLang="en-US" b="0" dirty="0" smtClean="0">
                <a:solidFill>
                  <a:schemeClr val="lt1"/>
                </a:solidFill>
                <a:latin typeface="メイリオ" panose="020B0604030504040204" pitchFamily="50" charset="-128"/>
                <a:ea typeface="メイリオ" panose="020B0604030504040204" pitchFamily="50" charset="-128"/>
                <a:cs typeface="メイリオ" panose="020B0604030504040204" pitchFamily="50" charset="-128"/>
              </a:rPr>
              <a:t>も継続稼働が可能</a:t>
            </a:r>
            <a:endParaRPr lang="ja-JP" altLang="en-US" b="0" dirty="0">
              <a:solidFill>
                <a:schemeClr val="lt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6" name="正方形/長方形 35"/>
          <p:cNvSpPr/>
          <p:nvPr/>
        </p:nvSpPr>
        <p:spPr bwMode="auto">
          <a:xfrm>
            <a:off x="5706464" y="3914129"/>
            <a:ext cx="1046736" cy="272282"/>
          </a:xfrm>
          <a:prstGeom prst="rect">
            <a:avLst/>
          </a:prstGeom>
          <a:no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eaLnBrk="1" hangingPunct="1">
              <a:spcBef>
                <a:spcPct val="5000"/>
              </a:spcBef>
              <a:buSzPct val="60000"/>
              <a:buFont typeface="Wingdings" panose="05000000000000000000" pitchFamily="2" charset="2"/>
              <a:buNone/>
            </a:pPr>
            <a:r>
              <a:rPr lang="ja-JP" altLang="en-US" sz="1050" b="0" dirty="0">
                <a:latin typeface="メイリオ" panose="020B0604030504040204" pitchFamily="50" charset="-128"/>
                <a:ea typeface="メイリオ" panose="020B0604030504040204" pitchFamily="50" charset="-128"/>
                <a:cs typeface="メイリオ" panose="020B0604030504040204" pitchFamily="50" charset="-128"/>
              </a:rPr>
              <a:t>口コミ</a:t>
            </a:r>
            <a:r>
              <a:rPr lang="ja-JP" altLang="en-US" sz="1050" b="0" dirty="0" smtClean="0">
                <a:latin typeface="メイリオ" panose="020B0604030504040204" pitchFamily="50" charset="-128"/>
                <a:ea typeface="メイリオ" panose="020B0604030504040204" pitchFamily="50" charset="-128"/>
                <a:cs typeface="メイリオ" panose="020B0604030504040204" pitchFamily="50" charset="-128"/>
              </a:rPr>
              <a:t>情報</a:t>
            </a:r>
            <a:endParaRPr lang="ja-JP" altLang="en-US" sz="1050" b="0"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37" name="図 36"/>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33034" y="3809191"/>
            <a:ext cx="432000" cy="432000"/>
          </a:xfrm>
          <a:prstGeom prst="rect">
            <a:avLst/>
          </a:prstGeom>
        </p:spPr>
      </p:pic>
      <p:pic>
        <p:nvPicPr>
          <p:cNvPr id="38" name="図 37"/>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677452" y="4941168"/>
            <a:ext cx="1080000" cy="1080000"/>
          </a:xfrm>
          <a:prstGeom prst="rect">
            <a:avLst/>
          </a:prstGeom>
        </p:spPr>
      </p:pic>
      <p:sp>
        <p:nvSpPr>
          <p:cNvPr id="39" name="正方形/長方形 38"/>
          <p:cNvSpPr/>
          <p:nvPr/>
        </p:nvSpPr>
        <p:spPr bwMode="auto">
          <a:xfrm>
            <a:off x="8597884" y="5965813"/>
            <a:ext cx="1239136" cy="439673"/>
          </a:xfrm>
          <a:prstGeom prst="rect">
            <a:avLst/>
          </a:prstGeom>
          <a:solidFill>
            <a:srgbClr val="FFFFFF">
              <a:alpha val="69804"/>
            </a:srgbClr>
          </a:solidFill>
          <a:ln w="9525"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bodyPr>
          <a:lstStyle/>
          <a:p>
            <a:pPr algn="ctr" eaLnBrk="1" hangingPunct="1">
              <a:spcBef>
                <a:spcPct val="5000"/>
              </a:spcBef>
              <a:buSzPct val="60000"/>
              <a:buFont typeface="Wingdings" panose="05000000000000000000" pitchFamily="2" charset="2"/>
              <a:buNone/>
            </a:pP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観光施設運営者</a:t>
            </a:r>
            <a:r>
              <a:rPr lang="en-US" altLang="ja-JP" b="0" dirty="0" smtClean="0">
                <a:latin typeface="メイリオ" panose="020B0604030504040204" pitchFamily="50" charset="-128"/>
                <a:ea typeface="メイリオ" panose="020B0604030504040204" pitchFamily="50" charset="-128"/>
                <a:cs typeface="メイリオ" panose="020B0604030504040204" pitchFamily="50" charset="-128"/>
              </a:rPr>
              <a:t/>
            </a:r>
            <a:br>
              <a:rPr lang="en-US" altLang="ja-JP" b="0" dirty="0" smtClean="0">
                <a:latin typeface="メイリオ" panose="020B0604030504040204" pitchFamily="50" charset="-128"/>
                <a:ea typeface="メイリオ" panose="020B0604030504040204" pitchFamily="50" charset="-128"/>
                <a:cs typeface="メイリオ" panose="020B0604030504040204" pitchFamily="50" charset="-128"/>
              </a:rPr>
            </a:b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／自治体担当者</a:t>
            </a:r>
            <a:endParaRPr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40" name="直線矢印コネクタ 21"/>
          <p:cNvCxnSpPr>
            <a:stCxn id="42" idx="0"/>
            <a:endCxn id="41" idx="3"/>
          </p:cNvCxnSpPr>
          <p:nvPr/>
        </p:nvCxnSpPr>
        <p:spPr bwMode="auto">
          <a:xfrm rot="16200000" flipV="1">
            <a:off x="8579638" y="4490758"/>
            <a:ext cx="815065" cy="435491"/>
          </a:xfrm>
          <a:prstGeom prst="bentConnector2">
            <a:avLst/>
          </a:prstGeom>
          <a:ln w="76200">
            <a:headEnd type="none" w="med" len="med"/>
            <a:tailEnd type="triangle"/>
          </a:ln>
          <a:extLst/>
        </p:spPr>
        <p:style>
          <a:lnRef idx="1">
            <a:schemeClr val="accent3"/>
          </a:lnRef>
          <a:fillRef idx="0">
            <a:schemeClr val="accent3"/>
          </a:fillRef>
          <a:effectRef idx="0">
            <a:schemeClr val="accent3"/>
          </a:effectRef>
          <a:fontRef idx="minor">
            <a:schemeClr val="tx1"/>
          </a:fontRef>
        </p:style>
      </p:cxnSp>
      <p:sp>
        <p:nvSpPr>
          <p:cNvPr id="41" name="正方形/長方形 40"/>
          <p:cNvSpPr/>
          <p:nvPr/>
        </p:nvSpPr>
        <p:spPr bwMode="auto">
          <a:xfrm>
            <a:off x="8531333" y="4164830"/>
            <a:ext cx="238091" cy="272282"/>
          </a:xfrm>
          <a:prstGeom prst="rect">
            <a:avLst/>
          </a:prstGeom>
          <a:no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eaLnBrk="1" hangingPunct="1">
              <a:spcBef>
                <a:spcPct val="5000"/>
              </a:spcBef>
              <a:buSzPct val="60000"/>
              <a:buFont typeface="Wingdings" panose="05000000000000000000" pitchFamily="2" charset="2"/>
              <a:buNone/>
            </a:pPr>
            <a:endParaRPr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2" name="正方形/長方形 41"/>
          <p:cNvSpPr/>
          <p:nvPr/>
        </p:nvSpPr>
        <p:spPr bwMode="auto">
          <a:xfrm>
            <a:off x="9085869" y="5116036"/>
            <a:ext cx="238091" cy="272282"/>
          </a:xfrm>
          <a:prstGeom prst="rect">
            <a:avLst/>
          </a:prstGeom>
          <a:no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eaLnBrk="1" hangingPunct="1">
              <a:spcBef>
                <a:spcPct val="5000"/>
              </a:spcBef>
              <a:buSzPct val="60000"/>
              <a:buFont typeface="Wingdings" panose="05000000000000000000" pitchFamily="2" charset="2"/>
              <a:buNone/>
            </a:pPr>
            <a:endParaRPr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3" name="正方形/長方形 42"/>
          <p:cNvSpPr/>
          <p:nvPr/>
        </p:nvSpPr>
        <p:spPr bwMode="auto">
          <a:xfrm>
            <a:off x="8335335" y="3536166"/>
            <a:ext cx="1585748" cy="594085"/>
          </a:xfrm>
          <a:prstGeom prst="rect">
            <a:avLst/>
          </a:prstGeom>
          <a:no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R="0" algn="ctr" defTabSz="914400" rtl="0" eaLnBrk="1" fontAlgn="base" latinLnBrk="0" hangingPunct="1">
              <a:lnSpc>
                <a:spcPct val="100000"/>
              </a:lnSpc>
              <a:spcBef>
                <a:spcPct val="5000"/>
              </a:spcBef>
              <a:spcAft>
                <a:spcPct val="0"/>
              </a:spcAft>
              <a:buClrTx/>
              <a:buSzPct val="60000"/>
              <a:buFont typeface="Wingdings" panose="05000000000000000000" pitchFamily="2" charset="2"/>
              <a:buNone/>
              <a:tabLst/>
            </a:pPr>
            <a:r>
              <a:rPr kumimoji="1" lang="ja-JP" altLang="en-US" b="0" i="0" u="none" strike="noStrike" cap="none" normalizeH="0" baseline="0" dirty="0" smtClean="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rPr>
              <a:t>イベント情報、</a:t>
            </a:r>
            <a:r>
              <a:rPr kumimoji="1" lang="en-US" altLang="ja-JP" b="0" i="0" u="none" strike="noStrike" cap="none" normalizeH="0" baseline="0" dirty="0" smtClean="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rPr>
              <a:t/>
            </a:r>
            <a:br>
              <a:rPr kumimoji="1" lang="en-US" altLang="ja-JP" b="0" i="0" u="none" strike="noStrike" cap="none" normalizeH="0" baseline="0" dirty="0" smtClean="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rPr>
            </a:br>
            <a:r>
              <a:rPr lang="ja-JP" altLang="en-US" b="0" dirty="0">
                <a:latin typeface="メイリオ" panose="020B0604030504040204" pitchFamily="50" charset="-128"/>
                <a:ea typeface="メイリオ" panose="020B0604030504040204" pitchFamily="50" charset="-128"/>
                <a:cs typeface="メイリオ" panose="020B0604030504040204" pitchFamily="50" charset="-128"/>
              </a:rPr>
              <a:t>避難</a:t>
            </a:r>
            <a:r>
              <a:rPr kumimoji="1" lang="ja-JP" altLang="en-US" b="0" i="0" u="none" strike="noStrike" cap="none" normalizeH="0" baseline="0" dirty="0" smtClean="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rPr>
              <a:t>支援情報など</a:t>
            </a:r>
            <a:r>
              <a:rPr kumimoji="1" lang="en-US" altLang="ja-JP" b="0" i="0" u="none" strike="noStrike" cap="none" normalizeH="0" baseline="0" dirty="0" smtClean="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rPr>
              <a:t/>
            </a:r>
            <a:br>
              <a:rPr kumimoji="1" lang="en-US" altLang="ja-JP" b="0" i="0" u="none" strike="noStrike" cap="none" normalizeH="0" baseline="0" dirty="0" smtClean="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rPr>
            </a:br>
            <a:r>
              <a:rPr kumimoji="1" lang="ja-JP" altLang="en-US" b="0" i="0" u="none" strike="noStrike" cap="none" normalizeH="0" baseline="0" dirty="0" smtClean="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rPr>
              <a:t>コンテンツの登録</a:t>
            </a:r>
          </a:p>
        </p:txBody>
      </p:sp>
      <p:sp>
        <p:nvSpPr>
          <p:cNvPr id="44" name="正方形/長方形 43"/>
          <p:cNvSpPr/>
          <p:nvPr/>
        </p:nvSpPr>
        <p:spPr bwMode="auto">
          <a:xfrm>
            <a:off x="1830032" y="5103057"/>
            <a:ext cx="1364658" cy="451812"/>
          </a:xfrm>
          <a:prstGeom prst="rect">
            <a:avLst/>
          </a:prstGeom>
          <a:solidFill>
            <a:srgbClr val="FFFFFF">
              <a:alpha val="69804"/>
            </a:srgbClr>
          </a:solidFill>
          <a:ln w="9525"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bodyPr>
          <a:lstStyle/>
          <a:p>
            <a:pPr algn="ctr" eaLnBrk="1" hangingPunct="1">
              <a:spcBef>
                <a:spcPct val="5000"/>
              </a:spcBef>
              <a:buSzPct val="60000"/>
              <a:buFont typeface="Wingdings" panose="05000000000000000000" pitchFamily="2" charset="2"/>
              <a:buNone/>
            </a:pP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観光客</a:t>
            </a:r>
            <a:r>
              <a:rPr lang="en-US" altLang="ja-JP" b="0" dirty="0" smtClean="0">
                <a:latin typeface="メイリオ" panose="020B0604030504040204" pitchFamily="50" charset="-128"/>
                <a:ea typeface="メイリオ" panose="020B0604030504040204" pitchFamily="50" charset="-128"/>
                <a:cs typeface="メイリオ" panose="020B0604030504040204" pitchFamily="50" charset="-128"/>
              </a:rPr>
              <a:t/>
            </a:r>
            <a:br>
              <a:rPr lang="en-US" altLang="ja-JP" b="0" dirty="0" smtClean="0">
                <a:latin typeface="メイリオ" panose="020B0604030504040204" pitchFamily="50" charset="-128"/>
                <a:ea typeface="メイリオ" panose="020B0604030504040204" pitchFamily="50" charset="-128"/>
                <a:cs typeface="メイリオ" panose="020B0604030504040204" pitchFamily="50" charset="-128"/>
              </a:rPr>
            </a:b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（アプリユーザー）</a:t>
            </a:r>
            <a:endParaRPr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5" name="正方形/長方形 44"/>
          <p:cNvSpPr/>
          <p:nvPr/>
        </p:nvSpPr>
        <p:spPr bwMode="auto">
          <a:xfrm>
            <a:off x="3121320" y="3455045"/>
            <a:ext cx="1543648" cy="215151"/>
          </a:xfrm>
          <a:prstGeom prst="rect">
            <a:avLst/>
          </a:prstGeom>
          <a:solidFill>
            <a:srgbClr val="FFFFFF">
              <a:alpha val="69804"/>
            </a:srgbClr>
          </a:solidFill>
          <a:ln w="9525"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bodyPr>
          <a:lstStyle/>
          <a:p>
            <a:pPr algn="ctr" eaLnBrk="1" hangingPunct="1">
              <a:spcBef>
                <a:spcPct val="5000"/>
              </a:spcBef>
              <a:buSzPct val="60000"/>
              <a:buFont typeface="Wingdings" panose="05000000000000000000" pitchFamily="2" charset="2"/>
              <a:buNone/>
            </a:pPr>
            <a:r>
              <a:rPr lang="ja-JP" altLang="en-US" b="0" dirty="0" smtClean="0">
                <a:latin typeface="メイリオ" panose="020B0604030504040204" pitchFamily="50" charset="-128"/>
                <a:ea typeface="メイリオ" panose="020B0604030504040204" pitchFamily="50" charset="-128"/>
                <a:cs typeface="メイリオ" panose="020B0604030504040204" pitchFamily="50" charset="-128"/>
              </a:rPr>
              <a:t>スマートフォンアプリ</a:t>
            </a:r>
            <a:endParaRPr lang="ja-JP" altLang="en-US" b="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6" name="正方形/長方形 45"/>
          <p:cNvSpPr/>
          <p:nvPr/>
        </p:nvSpPr>
        <p:spPr bwMode="auto">
          <a:xfrm>
            <a:off x="488504" y="5262763"/>
            <a:ext cx="1106420" cy="161465"/>
          </a:xfrm>
          <a:prstGeom prst="rect">
            <a:avLst/>
          </a:prstGeom>
          <a:noFill/>
          <a:ln w="9525" cap="flat" cmpd="sng" algn="ctr">
            <a:noFill/>
            <a:prstDash val="solid"/>
            <a:round/>
            <a:headEnd type="none" w="med" len="med"/>
            <a:tailEnd type="none" w="med" len="med"/>
          </a:ln>
          <a:effectLst/>
          <a:extLst/>
        </p:spPr>
        <p:txBody>
          <a:bodyPr vert="horz" wrap="none" lIns="90000" tIns="46800" rIns="90000" bIns="46800" numCol="1" rtlCol="0" anchor="t" anchorCtr="0" compatLnSpc="1">
            <a:prstTxWarp prst="textNoShape">
              <a:avLst/>
            </a:prstTxWarp>
          </a:bodyPr>
          <a:lstStyle/>
          <a:p>
            <a:r>
              <a:rPr lang="ja-JP" altLang="en-US" sz="800" b="0" dirty="0">
                <a:latin typeface="メイリオ" panose="020B0604030504040204" pitchFamily="50" charset="-128"/>
                <a:ea typeface="メイリオ" panose="020B0604030504040204" pitchFamily="50" charset="-128"/>
                <a:cs typeface="メイリオ" panose="020B0604030504040204" pitchFamily="50" charset="-128"/>
              </a:rPr>
              <a:t>著作者</a:t>
            </a:r>
            <a:r>
              <a:rPr lang="en-US" altLang="ja-JP" sz="800" b="0" dirty="0" smtClean="0">
                <a:latin typeface="メイリオ" panose="020B0604030504040204" pitchFamily="50" charset="-128"/>
                <a:ea typeface="メイリオ" panose="020B0604030504040204" pitchFamily="50" charset="-128"/>
                <a:cs typeface="メイリオ" panose="020B0604030504040204" pitchFamily="50" charset="-128"/>
              </a:rPr>
              <a:t>:Freepik.com</a:t>
            </a:r>
            <a:endParaRPr lang="en-US" altLang="ja-JP" sz="800" b="0"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1330240131"/>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利用する</a:t>
            </a:r>
            <a:r>
              <a:rPr kumimoji="1" lang="ja-JP" altLang="en-US" dirty="0" smtClean="0"/>
              <a:t>オープンデータ、ライセンス表記</a:t>
            </a:r>
            <a:endParaRPr kumimoji="1" lang="ja-JP" altLang="en-US" dirty="0"/>
          </a:p>
        </p:txBody>
      </p:sp>
      <p:sp>
        <p:nvSpPr>
          <p:cNvPr id="3" name="コンテンツ プレースホルダー 2"/>
          <p:cNvSpPr>
            <a:spLocks noGrp="1"/>
          </p:cNvSpPr>
          <p:nvPr>
            <p:ph idx="1"/>
          </p:nvPr>
        </p:nvSpPr>
        <p:spPr>
          <a:xfrm>
            <a:off x="0" y="908051"/>
            <a:ext cx="9899650" cy="432718"/>
          </a:xfrm>
        </p:spPr>
        <p:txBody>
          <a:bodyPr/>
          <a:lstStyle/>
          <a:p>
            <a:r>
              <a:rPr lang="ja-JP" altLang="en-US" dirty="0" smtClean="0"/>
              <a:t>本</a:t>
            </a:r>
            <a:r>
              <a:rPr lang="ja-JP" altLang="en-US" dirty="0"/>
              <a:t>企画</a:t>
            </a:r>
            <a:r>
              <a:rPr lang="ja-JP" altLang="en-US" dirty="0" smtClean="0"/>
              <a:t>の</a:t>
            </a:r>
            <a:r>
              <a:rPr lang="ja-JP" altLang="en-US" dirty="0"/>
              <a:t>システム</a:t>
            </a:r>
            <a:r>
              <a:rPr lang="ja-JP" altLang="en-US" dirty="0" smtClean="0"/>
              <a:t>では、以下の神戸市オープンデータを利用します。</a:t>
            </a:r>
            <a:endParaRPr kumimoji="1" lang="ja-JP" altLang="en-US" dirty="0"/>
          </a:p>
        </p:txBody>
      </p:sp>
      <p:sp>
        <p:nvSpPr>
          <p:cNvPr id="4" name="スライド番号プレースホルダー 3"/>
          <p:cNvSpPr>
            <a:spLocks noGrp="1"/>
          </p:cNvSpPr>
          <p:nvPr>
            <p:ph type="sldNum" sz="quarter" idx="10"/>
          </p:nvPr>
        </p:nvSpPr>
        <p:spPr/>
        <p:txBody>
          <a:bodyPr/>
          <a:lstStyle/>
          <a:p>
            <a:pPr>
              <a:defRPr/>
            </a:pPr>
            <a:fld id="{55C9B671-DA52-43A5-A461-2113FA4BBC4F}" type="slidenum">
              <a:rPr lang="en-US" altLang="ja-JP" smtClean="0"/>
              <a:pPr>
                <a:defRPr/>
              </a:pPr>
              <a:t>10</a:t>
            </a:fld>
            <a:endParaRPr lang="en-US" altLang="ja-JP"/>
          </a:p>
        </p:txBody>
      </p:sp>
      <p:graphicFrame>
        <p:nvGraphicFramePr>
          <p:cNvPr id="5" name="表 4"/>
          <p:cNvGraphicFramePr>
            <a:graphicFrameLocks noGrp="1"/>
          </p:cNvGraphicFramePr>
          <p:nvPr>
            <p:extLst>
              <p:ext uri="{D42A27DB-BD31-4B8C-83A1-F6EECF244321}">
                <p14:modId xmlns:p14="http://schemas.microsoft.com/office/powerpoint/2010/main" val="2404925676"/>
              </p:ext>
            </p:extLst>
          </p:nvPr>
        </p:nvGraphicFramePr>
        <p:xfrm>
          <a:off x="1568624" y="1196752"/>
          <a:ext cx="6604000" cy="2560320"/>
        </p:xfrm>
        <a:graphic>
          <a:graphicData uri="http://schemas.openxmlformats.org/drawingml/2006/table">
            <a:tbl>
              <a:tblPr firstRow="1" bandRow="1">
                <a:tableStyleId>{5C22544A-7EE6-4342-B048-85BDC9FD1C3A}</a:tableStyleId>
              </a:tblPr>
              <a:tblGrid>
                <a:gridCol w="1152128"/>
                <a:gridCol w="5451872"/>
              </a:tblGrid>
              <a:tr h="288032">
                <a:tc>
                  <a:txBody>
                    <a:bodyPr/>
                    <a:lstStyle/>
                    <a:p>
                      <a:pPr algn="ctr"/>
                      <a:r>
                        <a:rPr kumimoji="1" lang="ja-JP" altLang="en-US" sz="1600" dirty="0" smtClean="0">
                          <a:latin typeface="メイリオ" panose="020B0604030504040204" pitchFamily="50" charset="-128"/>
                          <a:ea typeface="メイリオ" panose="020B0604030504040204" pitchFamily="50" charset="-128"/>
                          <a:cs typeface="メイリオ" panose="020B0604030504040204" pitchFamily="50" charset="-128"/>
                        </a:rPr>
                        <a:t>分類</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pPr algn="ctr"/>
                      <a:r>
                        <a:rPr kumimoji="1" lang="ja-JP" altLang="en-US" sz="1600" dirty="0" smtClean="0">
                          <a:latin typeface="メイリオ" panose="020B0604030504040204" pitchFamily="50" charset="-128"/>
                          <a:ea typeface="メイリオ" panose="020B0604030504040204" pitchFamily="50" charset="-128"/>
                          <a:cs typeface="メイリオ" panose="020B0604030504040204" pitchFamily="50" charset="-128"/>
                        </a:rPr>
                        <a:t>利用するオープンデータ</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a:txBody>
                  <a:tcPr/>
                </a:tc>
              </a:tr>
              <a:tr h="370840">
                <a:tc rowSpan="3">
                  <a:txBody>
                    <a:bodyPr/>
                    <a:lstStyle/>
                    <a:p>
                      <a:r>
                        <a:rPr kumimoji="1" lang="ja-JP" altLang="en-US" sz="1600" dirty="0" smtClean="0">
                          <a:latin typeface="メイリオ" panose="020B0604030504040204" pitchFamily="50" charset="-128"/>
                          <a:ea typeface="メイリオ" panose="020B0604030504040204" pitchFamily="50" charset="-128"/>
                          <a:cs typeface="メイリオ" panose="020B0604030504040204" pitchFamily="50" charset="-128"/>
                        </a:rPr>
                        <a:t>観光施設</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zh-TW" altLang="en-US" sz="1600" dirty="0" smtClean="0">
                          <a:latin typeface="メイリオ" panose="020B0604030504040204" pitchFamily="50" charset="-128"/>
                          <a:ea typeface="メイリオ" panose="020B0604030504040204" pitchFamily="50" charset="-128"/>
                          <a:cs typeface="メイリオ" panose="020B0604030504040204" pitchFamily="50" charset="-128"/>
                        </a:rPr>
                        <a:t>観光施設情報</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a:txBody>
                  <a:tcPr/>
                </a:tc>
              </a:tr>
              <a:tr h="370840">
                <a:tc vMerge="1">
                  <a:txBody>
                    <a:bodyPr/>
                    <a:lstStyle/>
                    <a:p>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600" dirty="0" smtClean="0">
                          <a:latin typeface="メイリオ" panose="020B0604030504040204" pitchFamily="50" charset="-128"/>
                          <a:ea typeface="メイリオ" panose="020B0604030504040204" pitchFamily="50" charset="-128"/>
                          <a:cs typeface="メイリオ" panose="020B0604030504040204" pitchFamily="50" charset="-128"/>
                        </a:rPr>
                        <a:t>夜景スポット一覧</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a:txBody>
                  <a:tcPr/>
                </a:tc>
              </a:tr>
              <a:tr h="370840">
                <a:tc vMerge="1">
                  <a:txBody>
                    <a:bodyPr/>
                    <a:lstStyle/>
                    <a:p>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600" dirty="0" smtClean="0">
                          <a:latin typeface="メイリオ" panose="020B0604030504040204" pitchFamily="50" charset="-128"/>
                          <a:ea typeface="メイリオ" panose="020B0604030504040204" pitchFamily="50" charset="-128"/>
                          <a:cs typeface="メイリオ" panose="020B0604030504040204" pitchFamily="50" charset="-128"/>
                        </a:rPr>
                        <a:t>ロケ地情報一覧（作品別）</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a:txBody>
                  <a:tcPr/>
                </a:tc>
              </a:tr>
              <a:tr h="370840">
                <a:tc rowSpan="3">
                  <a:txBody>
                    <a:bodyPr/>
                    <a:lstStyle/>
                    <a:p>
                      <a:r>
                        <a:rPr kumimoji="1" lang="ja-JP" altLang="en-US" sz="1600" dirty="0" smtClean="0">
                          <a:latin typeface="メイリオ" panose="020B0604030504040204" pitchFamily="50" charset="-128"/>
                          <a:ea typeface="メイリオ" panose="020B0604030504040204" pitchFamily="50" charset="-128"/>
                          <a:cs typeface="メイリオ" panose="020B0604030504040204" pitchFamily="50" charset="-128"/>
                        </a:rPr>
                        <a:t>避難施設</a:t>
                      </a:r>
                      <a:r>
                        <a:rPr kumimoji="1" lang="en-US" altLang="ja-JP" sz="1600" dirty="0" smtClean="0">
                          <a:latin typeface="メイリオ" panose="020B0604030504040204" pitchFamily="50" charset="-128"/>
                          <a:ea typeface="メイリオ" panose="020B0604030504040204" pitchFamily="50" charset="-128"/>
                          <a:cs typeface="メイリオ" panose="020B0604030504040204" pitchFamily="50" charset="-128"/>
                        </a:rPr>
                        <a:t>※</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600" dirty="0" smtClean="0">
                          <a:latin typeface="メイリオ" panose="020B0604030504040204" pitchFamily="50" charset="-128"/>
                          <a:ea typeface="メイリオ" panose="020B0604030504040204" pitchFamily="50" charset="-128"/>
                          <a:cs typeface="メイリオ" panose="020B0604030504040204" pitchFamily="50" charset="-128"/>
                        </a:rPr>
                        <a:t>屋内の緊急避難場所</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a:txBody>
                  <a:tcPr/>
                </a:tc>
              </a:tr>
              <a:tr h="370840">
                <a:tc vMerge="1">
                  <a:txBody>
                    <a:bodyPr/>
                    <a:lstStyle/>
                    <a:p>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600" dirty="0" smtClean="0">
                          <a:latin typeface="メイリオ" panose="020B0604030504040204" pitchFamily="50" charset="-128"/>
                          <a:ea typeface="メイリオ" panose="020B0604030504040204" pitchFamily="50" charset="-128"/>
                          <a:cs typeface="メイリオ" panose="020B0604030504040204" pitchFamily="50" charset="-128"/>
                        </a:rPr>
                        <a:t>屋外の緊急避難場所</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a:txBody>
                  <a:tcPr/>
                </a:tc>
              </a:tr>
              <a:tr h="370840">
                <a:tc vMerge="1">
                  <a:txBody>
                    <a:bodyPr/>
                    <a:lstStyle/>
                    <a:p>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ja-JP" altLang="en-US" sz="1600" dirty="0" smtClean="0">
                          <a:latin typeface="メイリオ" panose="020B0604030504040204" pitchFamily="50" charset="-128"/>
                          <a:ea typeface="メイリオ" panose="020B0604030504040204" pitchFamily="50" charset="-128"/>
                          <a:cs typeface="メイリオ" panose="020B0604030504040204" pitchFamily="50" charset="-128"/>
                        </a:rPr>
                        <a:t>応急給水拠点一覧</a:t>
                      </a:r>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a:txBody>
                  <a:tcPr/>
                </a:tc>
              </a:tr>
            </a:tbl>
          </a:graphicData>
        </a:graphic>
      </p:graphicFrame>
      <p:sp>
        <p:nvSpPr>
          <p:cNvPr id="6" name="正方形/長方形 5"/>
          <p:cNvSpPr/>
          <p:nvPr/>
        </p:nvSpPr>
        <p:spPr bwMode="auto">
          <a:xfrm>
            <a:off x="1784648" y="3789040"/>
            <a:ext cx="6531519" cy="212663"/>
          </a:xfrm>
          <a:prstGeom prst="rect">
            <a:avLst/>
          </a:prstGeom>
          <a:noFill/>
          <a:ln w="9525" cap="flat" cmpd="sng" algn="ctr">
            <a:noFill/>
            <a:prstDash val="solid"/>
            <a:round/>
            <a:headEnd type="none" w="med" len="med"/>
            <a:tailEnd type="none" w="med" len="med"/>
          </a:ln>
          <a:effectLst/>
          <a:extLst/>
        </p:spPr>
        <p:txBody>
          <a:bodyPr vert="horz" wrap="square" lIns="0" tIns="0" rIns="0" bIns="0" numCol="1" rtlCol="0" anchor="t" anchorCtr="0" compatLnSpc="1">
            <a:prstTxWarp prst="textNoShape">
              <a:avLst/>
            </a:prstTxWarp>
          </a:bodyPr>
          <a:lstStyle/>
          <a:p>
            <a:pPr marL="101600" indent="-101600" eaLnBrk="1" hangingPunct="1">
              <a:spcBef>
                <a:spcPct val="5000"/>
              </a:spcBef>
              <a:buSzPct val="60000"/>
            </a:pPr>
            <a:r>
              <a:rPr lang="en-US" altLang="ja-JP" sz="1100" b="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100" b="0" dirty="0">
                <a:latin typeface="メイリオ" panose="020B0604030504040204" pitchFamily="50" charset="-128"/>
                <a:ea typeface="メイリオ" panose="020B0604030504040204" pitchFamily="50" charset="-128"/>
                <a:cs typeface="メイリオ" panose="020B0604030504040204" pitchFamily="50" charset="-128"/>
              </a:rPr>
              <a:t>避難施設の位置情報をアプリ内に持つことで</a:t>
            </a:r>
            <a:r>
              <a:rPr lang="ja-JP" altLang="en-US" sz="1100" b="0" dirty="0" smtClean="0">
                <a:latin typeface="メイリオ" panose="020B0604030504040204" pitchFamily="50" charset="-128"/>
                <a:ea typeface="メイリオ" panose="020B0604030504040204" pitchFamily="50" charset="-128"/>
                <a:cs typeface="メイリオ" panose="020B0604030504040204" pitchFamily="50" charset="-128"/>
              </a:rPr>
              <a:t>、インターネット</a:t>
            </a:r>
            <a:r>
              <a:rPr lang="ja-JP" altLang="en-US" sz="1100" b="0" dirty="0">
                <a:latin typeface="メイリオ" panose="020B0604030504040204" pitchFamily="50" charset="-128"/>
                <a:ea typeface="メイリオ" panose="020B0604030504040204" pitchFamily="50" charset="-128"/>
                <a:cs typeface="メイリオ" panose="020B0604030504040204" pitchFamily="50" charset="-128"/>
              </a:rPr>
              <a:t>に接続できない環境でも案内</a:t>
            </a:r>
            <a:r>
              <a:rPr lang="ja-JP" altLang="en-US" sz="1100" b="0" dirty="0" smtClean="0">
                <a:latin typeface="メイリオ" panose="020B0604030504040204" pitchFamily="50" charset="-128"/>
                <a:ea typeface="メイリオ" panose="020B0604030504040204" pitchFamily="50" charset="-128"/>
                <a:cs typeface="メイリオ" panose="020B0604030504040204" pitchFamily="50" charset="-128"/>
              </a:rPr>
              <a:t>可能です</a:t>
            </a:r>
            <a:endParaRPr lang="ja-JP" altLang="en-US" sz="1100" b="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 name="正方形/長方形 6"/>
          <p:cNvSpPr/>
          <p:nvPr/>
        </p:nvSpPr>
        <p:spPr bwMode="auto">
          <a:xfrm>
            <a:off x="128464" y="5168959"/>
            <a:ext cx="9649072" cy="1356385"/>
          </a:xfrm>
          <a:prstGeom prst="rect">
            <a:avLst/>
          </a:prstGeom>
          <a:noFill/>
          <a:ln w="9525" cap="flat" cmpd="sng" algn="ctr">
            <a:noFill/>
            <a:prstDash val="solid"/>
            <a:round/>
            <a:headEnd type="none" w="med" len="med"/>
            <a:tailEnd type="none" w="med" len="med"/>
          </a:ln>
          <a:effectLst/>
          <a:extLst/>
        </p:spPr>
        <p:txBody>
          <a:bodyPr vert="horz" wrap="square" lIns="0" tIns="0" rIns="0" bIns="0" numCol="1" rtlCol="0" anchor="t" anchorCtr="0" compatLnSpc="1">
            <a:prstTxWarp prst="textNoShape">
              <a:avLst/>
            </a:prstTxWarp>
          </a:bodyPr>
          <a:lstStyle/>
          <a:p>
            <a:pPr marL="85725" indent="-85725" eaLnBrk="1" hangingPunct="1">
              <a:spcBef>
                <a:spcPct val="5000"/>
              </a:spcBef>
              <a:buClr>
                <a:schemeClr val="bg1">
                  <a:lumMod val="50000"/>
                </a:schemeClr>
              </a:buClr>
              <a:buSzPct val="80000"/>
              <a:buFont typeface="Wingdings" panose="05000000000000000000" pitchFamily="2" charset="2"/>
              <a:buChar char="u"/>
            </a:pPr>
            <a:r>
              <a:rPr lang="ja-JP" altLang="en-US" sz="1100" b="0" dirty="0" smtClean="0">
                <a:latin typeface="メイリオ" panose="020B0604030504040204" pitchFamily="50" charset="-128"/>
                <a:ea typeface="メイリオ" panose="020B0604030504040204" pitchFamily="50" charset="-128"/>
                <a:cs typeface="メイリオ" panose="020B0604030504040204" pitchFamily="50" charset="-128"/>
              </a:rPr>
              <a:t>ライセンス表記</a:t>
            </a:r>
            <a:endParaRPr lang="en-US" altLang="ja-JP" sz="1100" b="0" dirty="0" smtClean="0">
              <a:latin typeface="メイリオ" panose="020B0604030504040204" pitchFamily="50" charset="-128"/>
              <a:ea typeface="メイリオ" panose="020B0604030504040204" pitchFamily="50" charset="-128"/>
              <a:cs typeface="メイリオ" panose="020B0604030504040204" pitchFamily="50" charset="-128"/>
            </a:endParaRPr>
          </a:p>
          <a:p>
            <a:pPr marL="536575" lvl="1" indent="-79375" eaLnBrk="1" hangingPunct="1">
              <a:spcBef>
                <a:spcPct val="5000"/>
              </a:spcBef>
              <a:buClr>
                <a:schemeClr val="bg1">
                  <a:lumMod val="50000"/>
                </a:schemeClr>
              </a:buClr>
              <a:buSzPct val="80000"/>
              <a:buFont typeface="Wingdings" panose="05000000000000000000" pitchFamily="2" charset="2"/>
              <a:buChar char="Ø"/>
            </a:pPr>
            <a:r>
              <a:rPr lang="en-US" altLang="ja-JP" sz="800" b="0" dirty="0">
                <a:latin typeface="メイリオ" panose="020B0604030504040204" pitchFamily="50" charset="-128"/>
                <a:ea typeface="メイリオ" panose="020B0604030504040204" pitchFamily="50" charset="-128"/>
                <a:cs typeface="メイリオ" panose="020B0604030504040204" pitchFamily="50" charset="-128"/>
              </a:rPr>
              <a:t>"Kin-no-</a:t>
            </a:r>
            <a:r>
              <a:rPr lang="en-US" altLang="ja-JP" sz="800" b="0" dirty="0" err="1">
                <a:latin typeface="メイリオ" panose="020B0604030504040204" pitchFamily="50" charset="-128"/>
                <a:ea typeface="メイリオ" panose="020B0604030504040204" pitchFamily="50" charset="-128"/>
                <a:cs typeface="メイリオ" panose="020B0604030504040204" pitchFamily="50" charset="-128"/>
              </a:rPr>
              <a:t>yu</a:t>
            </a:r>
            <a:r>
              <a:rPr lang="en-US" altLang="ja-JP" sz="800" b="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800" b="0" dirty="0" err="1">
                <a:latin typeface="メイリオ" panose="020B0604030504040204" pitchFamily="50" charset="-128"/>
                <a:ea typeface="メイリオ" panose="020B0604030504040204" pitchFamily="50" charset="-128"/>
                <a:cs typeface="メイリオ" panose="020B0604030504040204" pitchFamily="50" charset="-128"/>
              </a:rPr>
              <a:t>Arima</a:t>
            </a:r>
            <a:r>
              <a:rPr lang="en-US" altLang="ja-JP" sz="800" b="0" dirty="0">
                <a:latin typeface="メイリオ" panose="020B0604030504040204" pitchFamily="50" charset="-128"/>
                <a:ea typeface="メイリオ" panose="020B0604030504040204" pitchFamily="50" charset="-128"/>
                <a:cs typeface="メイリオ" panose="020B0604030504040204" pitchFamily="50" charset="-128"/>
              </a:rPr>
              <a:t> Onsen03s3s" by 663highland - 663highland. Licensed under CC </a:t>
            </a:r>
            <a:r>
              <a:rPr lang="ja-JP" altLang="en-US" sz="800" b="0" dirty="0">
                <a:latin typeface="メイリオ" panose="020B0604030504040204" pitchFamily="50" charset="-128"/>
                <a:ea typeface="メイリオ" panose="020B0604030504040204" pitchFamily="50" charset="-128"/>
                <a:cs typeface="メイリオ" panose="020B0604030504040204" pitchFamily="50" charset="-128"/>
              </a:rPr>
              <a:t>表示 </a:t>
            </a:r>
            <a:r>
              <a:rPr lang="en-US" altLang="ja-JP" sz="800" b="0" dirty="0">
                <a:latin typeface="メイリオ" panose="020B0604030504040204" pitchFamily="50" charset="-128"/>
                <a:ea typeface="メイリオ" panose="020B0604030504040204" pitchFamily="50" charset="-128"/>
                <a:cs typeface="メイリオ" panose="020B0604030504040204" pitchFamily="50" charset="-128"/>
              </a:rPr>
              <a:t>2.5 via </a:t>
            </a:r>
            <a:r>
              <a:rPr lang="ja-JP" altLang="en-US" sz="800" b="0" dirty="0">
                <a:latin typeface="メイリオ" panose="020B0604030504040204" pitchFamily="50" charset="-128"/>
                <a:ea typeface="メイリオ" panose="020B0604030504040204" pitchFamily="50" charset="-128"/>
                <a:cs typeface="メイリオ" panose="020B0604030504040204" pitchFamily="50" charset="-128"/>
              </a:rPr>
              <a:t>ウィキメディア・コモンズ </a:t>
            </a:r>
            <a:r>
              <a:rPr lang="en-US" altLang="ja-JP" sz="800" b="0" dirty="0">
                <a:latin typeface="メイリオ" panose="020B0604030504040204" pitchFamily="50" charset="-128"/>
                <a:ea typeface="メイリオ" panose="020B0604030504040204" pitchFamily="50" charset="-128"/>
                <a:cs typeface="メイリオ" panose="020B0604030504040204" pitchFamily="50" charset="-128"/>
              </a:rPr>
              <a:t>- https://commons.wikimedia.org/wiki/File:Kin-no-yu_Arima_Onsen03s3s.jpg#/media/File:Kin-no-yu_Arima_Onsen03s3s.jpg</a:t>
            </a:r>
          </a:p>
          <a:p>
            <a:pPr marL="536575" lvl="1" indent="-79375" eaLnBrk="1" hangingPunct="1">
              <a:spcBef>
                <a:spcPct val="5000"/>
              </a:spcBef>
              <a:buClr>
                <a:schemeClr val="bg1">
                  <a:lumMod val="50000"/>
                </a:schemeClr>
              </a:buClr>
              <a:buSzPct val="80000"/>
              <a:buFont typeface="Wingdings" panose="05000000000000000000" pitchFamily="2" charset="2"/>
              <a:buChar char="Ø"/>
            </a:pPr>
            <a:r>
              <a:rPr lang="en-US" altLang="ja-JP" sz="800" b="0" dirty="0">
                <a:latin typeface="メイリオ" panose="020B0604030504040204" pitchFamily="50" charset="-128"/>
                <a:ea typeface="メイリオ" panose="020B0604030504040204" pitchFamily="50" charset="-128"/>
                <a:cs typeface="メイリオ" panose="020B0604030504040204" pitchFamily="50" charset="-128"/>
              </a:rPr>
              <a:t>Bergmann at Japanese Wikipedia [GFDL (http://www.gnu.org/copyleft/fdl.html) or CC BY 3.0 (http://creativecommons.org/licenses/by/3.0)], via Wikimedia Commons</a:t>
            </a:r>
          </a:p>
          <a:p>
            <a:pPr marL="536575" lvl="1" indent="-79375" eaLnBrk="1" hangingPunct="1">
              <a:spcBef>
                <a:spcPct val="5000"/>
              </a:spcBef>
              <a:buClr>
                <a:schemeClr val="bg1">
                  <a:lumMod val="50000"/>
                </a:schemeClr>
              </a:buClr>
              <a:buSzPct val="80000"/>
              <a:buFont typeface="Wingdings" panose="05000000000000000000" pitchFamily="2" charset="2"/>
              <a:buChar char="Ø"/>
            </a:pPr>
            <a:r>
              <a:rPr lang="en-US" altLang="ja-JP" sz="800" b="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800" b="0" dirty="0" err="1">
                <a:latin typeface="メイリオ" panose="020B0604030504040204" pitchFamily="50" charset="-128"/>
                <a:ea typeface="メイリオ" panose="020B0604030504040204" pitchFamily="50" charset="-128"/>
                <a:cs typeface="メイリオ" panose="020B0604030504040204" pitchFamily="50" charset="-128"/>
              </a:rPr>
              <a:t>Umie</a:t>
            </a:r>
            <a:r>
              <a:rPr lang="en-US" altLang="ja-JP" sz="800" b="0" dirty="0">
                <a:latin typeface="メイリオ" panose="020B0604030504040204" pitchFamily="50" charset="-128"/>
                <a:ea typeface="メイリオ" panose="020B0604030504040204" pitchFamily="50" charset="-128"/>
                <a:cs typeface="メイリオ" panose="020B0604030504040204" pitchFamily="50" charset="-128"/>
              </a:rPr>
              <a:t> NORTH MALL" by </a:t>
            </a:r>
            <a:r>
              <a:rPr lang="en-US" altLang="ja-JP" sz="800" b="0" dirty="0" err="1">
                <a:latin typeface="メイリオ" panose="020B0604030504040204" pitchFamily="50" charset="-128"/>
                <a:ea typeface="メイリオ" panose="020B0604030504040204" pitchFamily="50" charset="-128"/>
                <a:cs typeface="メイリオ" panose="020B0604030504040204" pitchFamily="50" charset="-128"/>
              </a:rPr>
              <a:t>Rxsmash</a:t>
            </a:r>
            <a:r>
              <a:rPr lang="en-US" altLang="ja-JP" sz="800" b="0" dirty="0">
                <a:latin typeface="メイリオ" panose="020B0604030504040204" pitchFamily="50" charset="-128"/>
                <a:ea typeface="メイリオ" panose="020B0604030504040204" pitchFamily="50" charset="-128"/>
                <a:cs typeface="メイリオ" panose="020B0604030504040204" pitchFamily="50" charset="-128"/>
              </a:rPr>
              <a:t> - </a:t>
            </a:r>
            <a:r>
              <a:rPr lang="ja-JP" altLang="en-US" sz="800" b="0" dirty="0">
                <a:latin typeface="メイリオ" panose="020B0604030504040204" pitchFamily="50" charset="-128"/>
                <a:ea typeface="メイリオ" panose="020B0604030504040204" pitchFamily="50" charset="-128"/>
                <a:cs typeface="メイリオ" panose="020B0604030504040204" pitchFamily="50" charset="-128"/>
              </a:rPr>
              <a:t>投稿者自身による作品</a:t>
            </a:r>
            <a:r>
              <a:rPr lang="en-US" altLang="ja-JP" sz="800" b="0" dirty="0">
                <a:latin typeface="メイリオ" panose="020B0604030504040204" pitchFamily="50" charset="-128"/>
                <a:ea typeface="メイリオ" panose="020B0604030504040204" pitchFamily="50" charset="-128"/>
                <a:cs typeface="メイリオ" panose="020B0604030504040204" pitchFamily="50" charset="-128"/>
              </a:rPr>
              <a:t>. Licensed under CC </a:t>
            </a:r>
            <a:r>
              <a:rPr lang="ja-JP" altLang="en-US" sz="800" b="0" dirty="0">
                <a:latin typeface="メイリオ" panose="020B0604030504040204" pitchFamily="50" charset="-128"/>
                <a:ea typeface="メイリオ" panose="020B0604030504040204" pitchFamily="50" charset="-128"/>
                <a:cs typeface="メイリオ" panose="020B0604030504040204" pitchFamily="50" charset="-128"/>
              </a:rPr>
              <a:t>表示</a:t>
            </a:r>
            <a:r>
              <a:rPr lang="en-US" altLang="ja-JP" sz="800" b="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800" b="0" dirty="0">
                <a:latin typeface="メイリオ" panose="020B0604030504040204" pitchFamily="50" charset="-128"/>
                <a:ea typeface="メイリオ" panose="020B0604030504040204" pitchFamily="50" charset="-128"/>
                <a:cs typeface="メイリオ" panose="020B0604030504040204" pitchFamily="50" charset="-128"/>
              </a:rPr>
              <a:t>継承 </a:t>
            </a:r>
            <a:r>
              <a:rPr lang="en-US" altLang="ja-JP" sz="800" b="0" dirty="0">
                <a:latin typeface="メイリオ" panose="020B0604030504040204" pitchFamily="50" charset="-128"/>
                <a:ea typeface="メイリオ" panose="020B0604030504040204" pitchFamily="50" charset="-128"/>
                <a:cs typeface="メイリオ" panose="020B0604030504040204" pitchFamily="50" charset="-128"/>
              </a:rPr>
              <a:t>3.0 via </a:t>
            </a:r>
            <a:r>
              <a:rPr lang="ja-JP" altLang="en-US" sz="800" b="0" dirty="0">
                <a:latin typeface="メイリオ" panose="020B0604030504040204" pitchFamily="50" charset="-128"/>
                <a:ea typeface="メイリオ" panose="020B0604030504040204" pitchFamily="50" charset="-128"/>
                <a:cs typeface="メイリオ" panose="020B0604030504040204" pitchFamily="50" charset="-128"/>
              </a:rPr>
              <a:t>ウィキメディア・コモンズ </a:t>
            </a:r>
            <a:r>
              <a:rPr lang="en-US" altLang="ja-JP" sz="800" b="0" dirty="0">
                <a:latin typeface="メイリオ" panose="020B0604030504040204" pitchFamily="50" charset="-128"/>
                <a:ea typeface="メイリオ" panose="020B0604030504040204" pitchFamily="50" charset="-128"/>
                <a:cs typeface="メイリオ" panose="020B0604030504040204" pitchFamily="50" charset="-128"/>
              </a:rPr>
              <a:t>- https://commons.wikimedia.org/wiki/File:Umie_NORTH_MALL.JPG#/media/File:Umie_NORTH_MALL.JPG</a:t>
            </a:r>
          </a:p>
          <a:p>
            <a:pPr marL="536575" lvl="1" indent="-79375" eaLnBrk="1" hangingPunct="1">
              <a:spcBef>
                <a:spcPct val="5000"/>
              </a:spcBef>
              <a:buClr>
                <a:schemeClr val="bg1">
                  <a:lumMod val="50000"/>
                </a:schemeClr>
              </a:buClr>
              <a:buSzPct val="80000"/>
              <a:buFont typeface="Wingdings" panose="05000000000000000000" pitchFamily="2" charset="2"/>
              <a:buChar char="Ø"/>
            </a:pPr>
            <a:r>
              <a:rPr lang="en-US" altLang="ja-JP" sz="800" b="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800" b="0" dirty="0" err="1">
                <a:latin typeface="メイリオ" panose="020B0604030504040204" pitchFamily="50" charset="-128"/>
                <a:ea typeface="メイリオ" panose="020B0604030504040204" pitchFamily="50" charset="-128"/>
                <a:cs typeface="メイリオ" panose="020B0604030504040204" pitchFamily="50" charset="-128"/>
              </a:rPr>
              <a:t>Kanteibyo</a:t>
            </a:r>
            <a:r>
              <a:rPr lang="en-US" altLang="ja-JP" sz="800" b="0" dirty="0">
                <a:latin typeface="メイリオ" panose="020B0604030504040204" pitchFamily="50" charset="-128"/>
                <a:ea typeface="メイリオ" panose="020B0604030504040204" pitchFamily="50" charset="-128"/>
                <a:cs typeface="メイリオ" panose="020B0604030504040204" pitchFamily="50" charset="-128"/>
              </a:rPr>
              <a:t> Kobe06n4272" by 663highland - 663highland. Licensed under CC </a:t>
            </a:r>
            <a:r>
              <a:rPr lang="ja-JP" altLang="en-US" sz="800" b="0" dirty="0">
                <a:latin typeface="メイリオ" panose="020B0604030504040204" pitchFamily="50" charset="-128"/>
                <a:ea typeface="メイリオ" panose="020B0604030504040204" pitchFamily="50" charset="-128"/>
                <a:cs typeface="メイリオ" panose="020B0604030504040204" pitchFamily="50" charset="-128"/>
              </a:rPr>
              <a:t>表示 </a:t>
            </a:r>
            <a:r>
              <a:rPr lang="en-US" altLang="ja-JP" sz="800" b="0" dirty="0">
                <a:latin typeface="メイリオ" panose="020B0604030504040204" pitchFamily="50" charset="-128"/>
                <a:ea typeface="メイリオ" panose="020B0604030504040204" pitchFamily="50" charset="-128"/>
                <a:cs typeface="メイリオ" panose="020B0604030504040204" pitchFamily="50" charset="-128"/>
              </a:rPr>
              <a:t>2.5 via </a:t>
            </a:r>
            <a:r>
              <a:rPr lang="ja-JP" altLang="en-US" sz="800" b="0" dirty="0">
                <a:latin typeface="メイリオ" panose="020B0604030504040204" pitchFamily="50" charset="-128"/>
                <a:ea typeface="メイリオ" panose="020B0604030504040204" pitchFamily="50" charset="-128"/>
                <a:cs typeface="メイリオ" panose="020B0604030504040204" pitchFamily="50" charset="-128"/>
              </a:rPr>
              <a:t>ウィキメディア・コモンズ </a:t>
            </a:r>
            <a:r>
              <a:rPr lang="en-US" altLang="ja-JP" sz="800" b="0" dirty="0">
                <a:latin typeface="メイリオ" panose="020B0604030504040204" pitchFamily="50" charset="-128"/>
                <a:ea typeface="メイリオ" panose="020B0604030504040204" pitchFamily="50" charset="-128"/>
                <a:cs typeface="メイリオ" panose="020B0604030504040204" pitchFamily="50" charset="-128"/>
              </a:rPr>
              <a:t>- https://commons.wikimedia.org/wiki/File:Kanteibyo_Kobe06n4272.jpg#/media/File:Kanteibyo_Kobe06n4272.jpg</a:t>
            </a:r>
          </a:p>
          <a:p>
            <a:pPr marL="536575" lvl="1" indent="-79375" eaLnBrk="1" hangingPunct="1">
              <a:spcBef>
                <a:spcPct val="5000"/>
              </a:spcBef>
              <a:buClr>
                <a:schemeClr val="bg1">
                  <a:lumMod val="50000"/>
                </a:schemeClr>
              </a:buClr>
              <a:buSzPct val="80000"/>
              <a:buFont typeface="Wingdings" panose="05000000000000000000" pitchFamily="2" charset="2"/>
              <a:buChar char="Ø"/>
            </a:pPr>
            <a:r>
              <a:rPr lang="en-US" altLang="ja-JP" sz="800" b="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800" b="0" dirty="0">
                <a:latin typeface="メイリオ" panose="020B0604030504040204" pitchFamily="50" charset="-128"/>
                <a:ea typeface="メイリオ" panose="020B0604030504040204" pitchFamily="50" charset="-128"/>
                <a:cs typeface="メイリオ" panose="020B0604030504040204" pitchFamily="50" charset="-128"/>
              </a:rPr>
              <a:t>神戸＿ハーバーランド＿６</a:t>
            </a:r>
            <a:r>
              <a:rPr lang="en-US" altLang="ja-JP" sz="800" b="0" dirty="0">
                <a:latin typeface="メイリオ" panose="020B0604030504040204" pitchFamily="50" charset="-128"/>
                <a:ea typeface="メイリオ" panose="020B0604030504040204" pitchFamily="50" charset="-128"/>
                <a:cs typeface="メイリオ" panose="020B0604030504040204" pitchFamily="50" charset="-128"/>
              </a:rPr>
              <a:t>" by Travis. Licensed under CC BY 2.0. https://www.flickr.com/photos/variationblogr/8170730249/</a:t>
            </a:r>
          </a:p>
          <a:p>
            <a:pPr marL="536575" lvl="1" indent="-79375" eaLnBrk="1" hangingPunct="1">
              <a:spcBef>
                <a:spcPct val="5000"/>
              </a:spcBef>
              <a:buClr>
                <a:schemeClr val="bg1">
                  <a:lumMod val="50000"/>
                </a:schemeClr>
              </a:buClr>
              <a:buSzPct val="80000"/>
              <a:buFont typeface="Wingdings" panose="05000000000000000000" pitchFamily="2" charset="2"/>
              <a:buChar char="Ø"/>
            </a:pPr>
            <a:r>
              <a:rPr lang="en-US" altLang="ja-JP" sz="800" b="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800" b="0" dirty="0">
                <a:latin typeface="メイリオ" panose="020B0604030504040204" pitchFamily="50" charset="-128"/>
                <a:ea typeface="メイリオ" panose="020B0604030504040204" pitchFamily="50" charset="-128"/>
                <a:cs typeface="メイリオ" panose="020B0604030504040204" pitchFamily="50" charset="-128"/>
              </a:rPr>
              <a:t>神戸南京町＿２</a:t>
            </a:r>
            <a:r>
              <a:rPr lang="en-US" altLang="ja-JP" sz="800" b="0" dirty="0">
                <a:latin typeface="メイリオ" panose="020B0604030504040204" pitchFamily="50" charset="-128"/>
                <a:ea typeface="メイリオ" panose="020B0604030504040204" pitchFamily="50" charset="-128"/>
                <a:cs typeface="メイリオ" panose="020B0604030504040204" pitchFamily="50" charset="-128"/>
              </a:rPr>
              <a:t>" by Travis. Licensed under CC BY 2.0. https://www.flickr.com/photos/variationblogr/8170761134/in/album-72157631970293963/</a:t>
            </a:r>
          </a:p>
          <a:p>
            <a:pPr marL="536575" lvl="1" indent="-79375" eaLnBrk="1" hangingPunct="1">
              <a:spcBef>
                <a:spcPct val="5000"/>
              </a:spcBef>
              <a:buClr>
                <a:schemeClr val="accent2"/>
              </a:buClr>
              <a:buSzPct val="80000"/>
              <a:buFont typeface="Arial" panose="020B0604020202020204" pitchFamily="34" charset="0"/>
              <a:buChar char="•"/>
            </a:pPr>
            <a:endParaRPr lang="ja-JP" altLang="en-US" sz="1100" b="0"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74618870"/>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硬派なスライドマスタ">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硬派なスライドマスタ">
      <a:majorFont>
        <a:latin typeface="Verdana"/>
        <a:ea typeface="ＭＳ Ｐゴシック"/>
        <a:cs typeface=""/>
      </a:majorFont>
      <a:minorFont>
        <a:latin typeface="Verdana"/>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rgbClr val="FF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rtlCol="0" anchor="t" anchorCtr="0" compatLnSpc="1">
        <a:prstTxWarp prst="textNoShape">
          <a:avLst/>
        </a:prstTxWarp>
      </a:bodyPr>
      <a:lstStyle>
        <a:defPPr marL="101600" marR="0" indent="-101600" algn="l" defTabSz="914400" rtl="0" eaLnBrk="1" fontAlgn="base" latinLnBrk="0" hangingPunct="1">
          <a:lnSpc>
            <a:spcPct val="100000"/>
          </a:lnSpc>
          <a:spcBef>
            <a:spcPct val="5000"/>
          </a:spcBef>
          <a:spcAft>
            <a:spcPct val="0"/>
          </a:spcAft>
          <a:buClrTx/>
          <a:buSzPct val="60000"/>
          <a:buFont typeface="Wingdings" panose="05000000000000000000" pitchFamily="2" charset="2"/>
          <a:buNone/>
          <a:tabLst/>
          <a:defRPr kumimoji="1" sz="1600" b="0" i="0" u="none" strike="noStrike" cap="none" normalizeH="0" baseline="0" dirty="0" smtClean="0">
            <a:ln>
              <a:noFill/>
            </a:ln>
            <a:solidFill>
              <a:schemeClr val="tx1"/>
            </a:solidFill>
            <a:effectLst/>
            <a:latin typeface="メイリオ" panose="020B0604030504040204" pitchFamily="50" charset="-128"/>
            <a:ea typeface="メイリオ" panose="020B0604030504040204" pitchFamily="50" charset="-128"/>
            <a:cs typeface="メイリオ" panose="020B0604030504040204" pitchFamily="50" charset="-128"/>
          </a:defRPr>
        </a:defPPr>
      </a:lstStyle>
    </a:spDef>
    <a:lnDef>
      <a:spPr bwMode="auto">
        <a:xfrm>
          <a:off x="0" y="0"/>
          <a:ext cx="1" cy="1"/>
        </a:xfrm>
        <a:custGeom>
          <a:avLst/>
          <a:gdLst/>
          <a:ahLst/>
          <a:cxnLst/>
          <a:rect l="0" t="0" r="0" b="0"/>
          <a:pathLst/>
        </a:custGeom>
        <a:solidFill>
          <a:srgbClr val="FF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bodyPr>
      <a:lstStyle>
        <a:defPPr marL="101600" marR="0" indent="-101600" algn="l" defTabSz="914400" rtl="0" eaLnBrk="1" fontAlgn="base" latinLnBrk="0" hangingPunct="1">
          <a:lnSpc>
            <a:spcPct val="100000"/>
          </a:lnSpc>
          <a:spcBef>
            <a:spcPct val="5000"/>
          </a:spcBef>
          <a:spcAft>
            <a:spcPct val="0"/>
          </a:spcAft>
          <a:buClrTx/>
          <a:buSzPct val="60000"/>
          <a:buFont typeface="Wingdings" panose="05000000000000000000" pitchFamily="2" charset="2"/>
          <a:buNone/>
          <a:tabLst/>
          <a:defRPr kumimoji="1" lang="ja-JP" altLang="en-US" sz="1200" b="1" i="0" u="none" strike="noStrike" cap="none" normalizeH="0" baseline="0" smtClean="0">
            <a:ln>
              <a:noFill/>
            </a:ln>
            <a:solidFill>
              <a:schemeClr val="tx1"/>
            </a:solidFill>
            <a:effectLst/>
            <a:latin typeface="Verdana" panose="020B0604030504040204" pitchFamily="34" charset="0"/>
            <a:ea typeface="ＭＳ Ｐゴシック" panose="020B0600070205080204" pitchFamily="50" charset="-128"/>
          </a:defRPr>
        </a:defPPr>
      </a:lstStyle>
    </a:lnDef>
  </a:objectDefaults>
  <a:extraClrSchemeLst>
    <a:extraClrScheme>
      <a:clrScheme name="硬派なスライドマスタ 1">
        <a:dk1>
          <a:srgbClr val="000066"/>
        </a:dk1>
        <a:lt1>
          <a:srgbClr val="CCECFF"/>
        </a:lt1>
        <a:dk2>
          <a:srgbClr val="0000CC"/>
        </a:dk2>
        <a:lt2>
          <a:srgbClr val="CCFFFF"/>
        </a:lt2>
        <a:accent1>
          <a:srgbClr val="CC99FF"/>
        </a:accent1>
        <a:accent2>
          <a:srgbClr val="9999FF"/>
        </a:accent2>
        <a:accent3>
          <a:srgbClr val="AAAAE2"/>
        </a:accent3>
        <a:accent4>
          <a:srgbClr val="AEC9DA"/>
        </a:accent4>
        <a:accent5>
          <a:srgbClr val="E2CAFF"/>
        </a:accent5>
        <a:accent6>
          <a:srgbClr val="8A8AE7"/>
        </a:accent6>
        <a:hlink>
          <a:srgbClr val="99CCFF"/>
        </a:hlink>
        <a:folHlink>
          <a:srgbClr val="0066FF"/>
        </a:folHlink>
      </a:clrScheme>
      <a:clrMap bg1="dk2" tx1="lt1" bg2="dk1" tx2="lt2" accent1="accent1" accent2="accent2" accent3="accent3" accent4="accent4" accent5="accent5" accent6="accent6" hlink="hlink" folHlink="folHlink"/>
    </a:extraClrScheme>
    <a:extraClrScheme>
      <a:clrScheme name="硬派なスライドマスタ 2">
        <a:dk1>
          <a:srgbClr val="000066"/>
        </a:dk1>
        <a:lt1>
          <a:srgbClr val="CCECFF"/>
        </a:lt1>
        <a:dk2>
          <a:srgbClr val="6699FF"/>
        </a:dk2>
        <a:lt2>
          <a:srgbClr val="CCFFFF"/>
        </a:lt2>
        <a:accent1>
          <a:srgbClr val="CC99FF"/>
        </a:accent1>
        <a:accent2>
          <a:srgbClr val="9999FF"/>
        </a:accent2>
        <a:accent3>
          <a:srgbClr val="B8CAFF"/>
        </a:accent3>
        <a:accent4>
          <a:srgbClr val="AEC9DA"/>
        </a:accent4>
        <a:accent5>
          <a:srgbClr val="E2CAFF"/>
        </a:accent5>
        <a:accent6>
          <a:srgbClr val="8A8AE7"/>
        </a:accent6>
        <a:hlink>
          <a:srgbClr val="99CCFF"/>
        </a:hlink>
        <a:folHlink>
          <a:srgbClr val="0066FF"/>
        </a:folHlink>
      </a:clrScheme>
      <a:clrMap bg1="dk2" tx1="lt1" bg2="dk1" tx2="lt2" accent1="accent1" accent2="accent2" accent3="accent3" accent4="accent4" accent5="accent5" accent6="accent6" hlink="hlink" folHlink="folHlink"/>
    </a:extraClrScheme>
    <a:extraClrScheme>
      <a:clrScheme name="硬派なスライドマスタ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硬派なスライドマスタ 4">
        <a:dk1>
          <a:srgbClr val="000000"/>
        </a:dk1>
        <a:lt1>
          <a:srgbClr val="FFFFFF"/>
        </a:lt1>
        <a:dk2>
          <a:srgbClr val="000000"/>
        </a:dk2>
        <a:lt2>
          <a:srgbClr val="393939"/>
        </a:lt2>
        <a:accent1>
          <a:srgbClr val="B5DD9D"/>
        </a:accent1>
        <a:accent2>
          <a:srgbClr val="72BF44"/>
        </a:accent2>
        <a:accent3>
          <a:srgbClr val="FFFFFF"/>
        </a:accent3>
        <a:accent4>
          <a:srgbClr val="000000"/>
        </a:accent4>
        <a:accent5>
          <a:srgbClr val="D7EBCC"/>
        </a:accent5>
        <a:accent6>
          <a:srgbClr val="67AD3D"/>
        </a:accent6>
        <a:hlink>
          <a:srgbClr val="6ED72D"/>
        </a:hlink>
        <a:folHlink>
          <a:srgbClr val="45A2B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硬派なスライドマスタ(中表紙)">
  <a:themeElements>
    <a:clrScheme name="硬派なスライドマスタ(中表紙)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硬派なスライドマスタ(中表紙)">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FF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bodyPr>
      <a:lstStyle>
        <a:defPPr marL="101600" marR="0" indent="-101600" algn="l" defTabSz="914400" rtl="0" eaLnBrk="1" fontAlgn="base" latinLnBrk="0" hangingPunct="1">
          <a:lnSpc>
            <a:spcPct val="100000"/>
          </a:lnSpc>
          <a:spcBef>
            <a:spcPct val="5000"/>
          </a:spcBef>
          <a:spcAft>
            <a:spcPct val="0"/>
          </a:spcAft>
          <a:buClrTx/>
          <a:buSzPct val="60000"/>
          <a:buFont typeface="Wingdings" panose="05000000000000000000" pitchFamily="2" charset="2"/>
          <a:buNone/>
          <a:tabLst/>
          <a:defRPr kumimoji="1" lang="ja-JP" altLang="en-US" sz="1200" b="1" i="0" u="none" strike="noStrike" cap="none" normalizeH="0" baseline="0" smtClean="0">
            <a:ln>
              <a:noFill/>
            </a:ln>
            <a:solidFill>
              <a:schemeClr val="tx1"/>
            </a:solidFill>
            <a:effectLst/>
            <a:latin typeface="Verdana" panose="020B0604030504040204" pitchFamily="34" charset="0"/>
            <a:ea typeface="ＭＳ Ｐゴシック" panose="020B0600070205080204" pitchFamily="50" charset="-128"/>
          </a:defRPr>
        </a:defPPr>
      </a:lstStyle>
    </a:spDef>
    <a:lnDef>
      <a:spPr bwMode="auto">
        <a:xfrm>
          <a:off x="0" y="0"/>
          <a:ext cx="1" cy="1"/>
        </a:xfrm>
        <a:custGeom>
          <a:avLst/>
          <a:gdLst/>
          <a:ahLst/>
          <a:cxnLst/>
          <a:rect l="0" t="0" r="0" b="0"/>
          <a:pathLst/>
        </a:custGeom>
        <a:solidFill>
          <a:srgbClr val="FF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bodyPr>
      <a:lstStyle>
        <a:defPPr marL="101600" marR="0" indent="-101600" algn="l" defTabSz="914400" rtl="0" eaLnBrk="1" fontAlgn="base" latinLnBrk="0" hangingPunct="1">
          <a:lnSpc>
            <a:spcPct val="100000"/>
          </a:lnSpc>
          <a:spcBef>
            <a:spcPct val="5000"/>
          </a:spcBef>
          <a:spcAft>
            <a:spcPct val="0"/>
          </a:spcAft>
          <a:buClrTx/>
          <a:buSzPct val="60000"/>
          <a:buFont typeface="Wingdings" panose="05000000000000000000" pitchFamily="2" charset="2"/>
          <a:buNone/>
          <a:tabLst/>
          <a:defRPr kumimoji="1" lang="ja-JP" altLang="en-US" sz="1200" b="1" i="0" u="none" strike="noStrike" cap="none" normalizeH="0" baseline="0" smtClean="0">
            <a:ln>
              <a:noFill/>
            </a:ln>
            <a:solidFill>
              <a:schemeClr val="tx1"/>
            </a:solidFill>
            <a:effectLst/>
            <a:latin typeface="Verdana" panose="020B0604030504040204" pitchFamily="34" charset="0"/>
            <a:ea typeface="ＭＳ Ｐゴシック" panose="020B0600070205080204" pitchFamily="50" charset="-128"/>
          </a:defRPr>
        </a:defPPr>
      </a:lstStyle>
    </a:lnDef>
  </a:objectDefaults>
  <a:extraClrSchemeLst>
    <a:extraClrScheme>
      <a:clrScheme name="硬派なスライドマスタ(中表紙)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硬派なスライドマスタ(中表紙)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硬派なスライドマスタ(中表紙)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硬派なスライドマスタ(中表紙)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硬派なスライドマスタ(中表紙)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硬派なスライドマスタ(中表紙)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硬派なスライドマスタ(中表紙)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硬派なスライドマスタ(中表紙)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硬派なスライドマスタ(中表紙)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硬派なスライドマスタ(中表紙)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硬派なスライドマスタ(中表紙)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硬派なスライドマスタ(中表紙)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ULS-PPT</Template>
  <TotalTime>5804</TotalTime>
  <Words>1871</Words>
  <Application>Microsoft Office PowerPoint</Application>
  <PresentationFormat>A4 210 x 297 mm</PresentationFormat>
  <Paragraphs>212</Paragraphs>
  <Slides>10</Slides>
  <Notes>10</Notes>
  <HiddenSlides>0</HiddenSlides>
  <MMClips>0</MMClips>
  <ScaleCrop>false</ScaleCrop>
  <HeadingPairs>
    <vt:vector size="6" baseType="variant">
      <vt:variant>
        <vt:lpstr>使用されているフォント</vt:lpstr>
      </vt:variant>
      <vt:variant>
        <vt:i4>11</vt:i4>
      </vt:variant>
      <vt:variant>
        <vt:lpstr>テーマ</vt:lpstr>
      </vt:variant>
      <vt:variant>
        <vt:i4>2</vt:i4>
      </vt:variant>
      <vt:variant>
        <vt:lpstr>スライド タイトル</vt:lpstr>
      </vt:variant>
      <vt:variant>
        <vt:i4>10</vt:i4>
      </vt:variant>
    </vt:vector>
  </HeadingPairs>
  <TitlesOfParts>
    <vt:vector size="23" baseType="lpstr">
      <vt:lpstr>HGP創英角ｺﾞｼｯｸUB</vt:lpstr>
      <vt:lpstr>HG創英角ｺﾞｼｯｸUB</vt:lpstr>
      <vt:lpstr>Monotype Sorts</vt:lpstr>
      <vt:lpstr>ＭＳ Ｐゴシック</vt:lpstr>
      <vt:lpstr>ＭＳ Ｐ明朝</vt:lpstr>
      <vt:lpstr>メイリオ</vt:lpstr>
      <vt:lpstr>Arial</vt:lpstr>
      <vt:lpstr>Tahoma</vt:lpstr>
      <vt:lpstr>Times New Roman</vt:lpstr>
      <vt:lpstr>Verdana</vt:lpstr>
      <vt:lpstr>Wingdings</vt:lpstr>
      <vt:lpstr>硬派なスライドマスタ</vt:lpstr>
      <vt:lpstr>硬派なスライドマスタ(中表紙)</vt:lpstr>
      <vt:lpstr>「KOBE Spots+」企画書</vt:lpstr>
      <vt:lpstr>背景および本企画で解決する課題</vt:lpstr>
      <vt:lpstr>企画するアプリを含めたシステムの概要</vt:lpstr>
      <vt:lpstr>「KOBE Spots+」の利用シーン</vt:lpstr>
      <vt:lpstr>利用シーン詳細：利用開始～計画時</vt:lpstr>
      <vt:lpstr>利用シーン詳細：旅行当日</vt:lpstr>
      <vt:lpstr>利用シーン詳細・災害発生時</vt:lpstr>
      <vt:lpstr>利用者拡大に向けた施策</vt:lpstr>
      <vt:lpstr>稼働環境</vt:lpstr>
      <vt:lpstr>利用するオープンデータ、ライセンス表記</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subject/>
  <dc:creator/>
  <cp:lastPrinted>2015-10-22T12:35:45Z</cp:lastPrinted>
  <dcterms:created xsi:type="dcterms:W3CDTF">2008-04-03T07:30:07Z</dcterms:created>
  <dcterms:modified xsi:type="dcterms:W3CDTF">2015-10-22T14:00:07Z</dcterms:modified>
</cp:coreProperties>
</file>